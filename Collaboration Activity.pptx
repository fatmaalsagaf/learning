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284" r:id="rId3"/>
    <p:sldId id="286" r:id="rId4"/>
    <p:sldId id="287" r:id="rId5"/>
    <p:sldId id="28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674CAD-0467-4497-ACC2-1332A3BF7A8F}" v="223" dt="2023-09-27T07:48:04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ma Alsagaf" userId="ef587b5e-378a-4bb3-aa9f-3c15b98138a4" providerId="ADAL" clId="{1D674CAD-0467-4497-ACC2-1332A3BF7A8F}"/>
    <pc:docChg chg="undo redo custSel addSld delSld modSld sldOrd modMainMaster">
      <pc:chgData name="Fatma Alsagaf" userId="ef587b5e-378a-4bb3-aa9f-3c15b98138a4" providerId="ADAL" clId="{1D674CAD-0467-4497-ACC2-1332A3BF7A8F}" dt="2023-09-27T07:48:13.708" v="1260" actId="1037"/>
      <pc:docMkLst>
        <pc:docMk/>
      </pc:docMkLst>
      <pc:sldChg chg="addSp delSp modSp add del mod ord modTransition">
        <pc:chgData name="Fatma Alsagaf" userId="ef587b5e-378a-4bb3-aa9f-3c15b98138a4" providerId="ADAL" clId="{1D674CAD-0467-4497-ACC2-1332A3BF7A8F}" dt="2023-09-27T07:47:27.876" v="1229" actId="47"/>
        <pc:sldMkLst>
          <pc:docMk/>
          <pc:sldMk cId="686416172" sldId="276"/>
        </pc:sldMkLst>
        <pc:spChg chg="mod">
          <ac:chgData name="Fatma Alsagaf" userId="ef587b5e-378a-4bb3-aa9f-3c15b98138a4" providerId="ADAL" clId="{1D674CAD-0467-4497-ACC2-1332A3BF7A8F}" dt="2023-09-27T06:57:11.285" v="1103" actId="20577"/>
          <ac:spMkLst>
            <pc:docMk/>
            <pc:sldMk cId="686416172" sldId="276"/>
            <ac:spMk id="2" creationId="{00000000-0000-0000-0000-000000000000}"/>
          </ac:spMkLst>
        </pc:spChg>
        <pc:spChg chg="add del mod">
          <ac:chgData name="Fatma Alsagaf" userId="ef587b5e-378a-4bb3-aa9f-3c15b98138a4" providerId="ADAL" clId="{1D674CAD-0467-4497-ACC2-1332A3BF7A8F}" dt="2023-09-27T07:46:47.705" v="1224"/>
          <ac:spMkLst>
            <pc:docMk/>
            <pc:sldMk cId="686416172" sldId="276"/>
            <ac:spMk id="8" creationId="{5B1AE753-3806-5931-A467-2D6549F08DF3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10" creationId="{0F900088-8727-27E3-9A34-677E2D198BB8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11" creationId="{C5743EAD-FA6E-5604-3A72-3E584066EF39}"/>
          </ac:spMkLst>
        </pc:spChg>
        <pc:spChg chg="del mod">
          <ac:chgData name="Fatma Alsagaf" userId="ef587b5e-378a-4bb3-aa9f-3c15b98138a4" providerId="ADAL" clId="{1D674CAD-0467-4497-ACC2-1332A3BF7A8F}" dt="2023-09-27T07:46:58.646" v="1227" actId="478"/>
          <ac:spMkLst>
            <pc:docMk/>
            <pc:sldMk cId="686416172" sldId="276"/>
            <ac:spMk id="12" creationId="{B89FF80A-D6FD-49BB-BF11-7755E35D22D4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14" creationId="{A3D62C55-34C6-65A2-A39C-61ADB06ABD22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15" creationId="{90E38D1C-1F04-8760-0F26-D808E3C93FC8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16" creationId="{4233B795-A3AD-E0F9-07B7-C66430D0E83D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17" creationId="{3DB10528-F4C3-0DAF-103F-05CD80B8BA0A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19" creationId="{612B1759-35CE-ECC8-309A-8540F8400CFA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20" creationId="{1460DA8B-24F5-CF9C-CBD6-A3545B223BEB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22" creationId="{CF879F50-D9FE-1C2F-1EC0-E68FB434C29F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23" creationId="{D03AE3C7-6D37-B564-EB77-6219A045E88B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24" creationId="{100ED0FF-F900-E167-4311-E3C7F7D946DB}"/>
          </ac:spMkLst>
        </pc:spChg>
        <pc:spChg chg="mod">
          <ac:chgData name="Fatma Alsagaf" userId="ef587b5e-378a-4bb3-aa9f-3c15b98138a4" providerId="ADAL" clId="{1D674CAD-0467-4497-ACC2-1332A3BF7A8F}" dt="2023-09-27T06:32:05.559" v="775" actId="571"/>
          <ac:spMkLst>
            <pc:docMk/>
            <pc:sldMk cId="686416172" sldId="276"/>
            <ac:spMk id="25" creationId="{1CBEB26E-AF15-3693-442E-24D90E075CBF}"/>
          </ac:spMkLst>
        </pc:spChg>
        <pc:spChg chg="add mod">
          <ac:chgData name="Fatma Alsagaf" userId="ef587b5e-378a-4bb3-aa9f-3c15b98138a4" providerId="ADAL" clId="{1D674CAD-0467-4497-ACC2-1332A3BF7A8F}" dt="2023-09-27T07:14:14.037" v="1190" actId="6549"/>
          <ac:spMkLst>
            <pc:docMk/>
            <pc:sldMk cId="686416172" sldId="276"/>
            <ac:spMk id="26" creationId="{A679C2BE-32A7-339A-1E52-36AF401139AD}"/>
          </ac:spMkLst>
        </pc:spChg>
        <pc:spChg chg="add del mod">
          <ac:chgData name="Fatma Alsagaf" userId="ef587b5e-378a-4bb3-aa9f-3c15b98138a4" providerId="ADAL" clId="{1D674CAD-0467-4497-ACC2-1332A3BF7A8F}" dt="2023-09-27T07:00:38.918" v="1129" actId="478"/>
          <ac:spMkLst>
            <pc:docMk/>
            <pc:sldMk cId="686416172" sldId="276"/>
            <ac:spMk id="27" creationId="{4728D564-45DD-AC92-F38C-F1ACC1F78DFA}"/>
          </ac:spMkLst>
        </pc:spChg>
        <pc:spChg chg="add del">
          <ac:chgData name="Fatma Alsagaf" userId="ef587b5e-378a-4bb3-aa9f-3c15b98138a4" providerId="ADAL" clId="{1D674CAD-0467-4497-ACC2-1332A3BF7A8F}" dt="2023-09-27T06:33:35.876" v="810" actId="478"/>
          <ac:spMkLst>
            <pc:docMk/>
            <pc:sldMk cId="686416172" sldId="276"/>
            <ac:spMk id="89" creationId="{CB0AAB69-90DB-4162-B36E-28C34EA03C67}"/>
          </ac:spMkLst>
        </pc:spChg>
        <pc:spChg chg="add del mod">
          <ac:chgData name="Fatma Alsagaf" userId="ef587b5e-378a-4bb3-aa9f-3c15b98138a4" providerId="ADAL" clId="{1D674CAD-0467-4497-ACC2-1332A3BF7A8F}" dt="2023-09-27T06:32:47.225" v="786" actId="1076"/>
          <ac:spMkLst>
            <pc:docMk/>
            <pc:sldMk cId="686416172" sldId="276"/>
            <ac:spMk id="91" creationId="{AE3DA12A-9700-4075-BFD4-A6E2042C49E2}"/>
          </ac:spMkLst>
        </pc:spChg>
        <pc:spChg chg="mod">
          <ac:chgData name="Fatma Alsagaf" userId="ef587b5e-378a-4bb3-aa9f-3c15b98138a4" providerId="ADAL" clId="{1D674CAD-0467-4497-ACC2-1332A3BF7A8F}" dt="2023-09-27T06:57:37.844" v="1108" actId="207"/>
          <ac:spMkLst>
            <pc:docMk/>
            <pc:sldMk cId="686416172" sldId="276"/>
            <ac:spMk id="92" creationId="{B8933672-81AA-4584-947B-4A25C655C492}"/>
          </ac:spMkLst>
        </pc:spChg>
        <pc:spChg chg="del mod">
          <ac:chgData name="Fatma Alsagaf" userId="ef587b5e-378a-4bb3-aa9f-3c15b98138a4" providerId="ADAL" clId="{1D674CAD-0467-4497-ACC2-1332A3BF7A8F}" dt="2023-09-27T07:47:03.970" v="1228" actId="478"/>
          <ac:spMkLst>
            <pc:docMk/>
            <pc:sldMk cId="686416172" sldId="276"/>
            <ac:spMk id="116" creationId="{EDBBA4A0-449F-4218-948F-A7A64EDC361A}"/>
          </ac:spMkLst>
        </pc:spChg>
        <pc:spChg chg="mod">
          <ac:chgData name="Fatma Alsagaf" userId="ef587b5e-378a-4bb3-aa9f-3c15b98138a4" providerId="ADAL" clId="{1D674CAD-0467-4497-ACC2-1332A3BF7A8F}" dt="2023-09-27T06:57:37.844" v="1108" actId="207"/>
          <ac:spMkLst>
            <pc:docMk/>
            <pc:sldMk cId="686416172" sldId="276"/>
            <ac:spMk id="122" creationId="{6CAD98FD-A7A6-4C5F-AE36-BFB969A11A94}"/>
          </ac:spMkLst>
        </pc:spChg>
        <pc:spChg chg="del mod">
          <ac:chgData name="Fatma Alsagaf" userId="ef587b5e-378a-4bb3-aa9f-3c15b98138a4" providerId="ADAL" clId="{1D674CAD-0467-4497-ACC2-1332A3BF7A8F}" dt="2023-09-27T06:57:52.309" v="1110" actId="478"/>
          <ac:spMkLst>
            <pc:docMk/>
            <pc:sldMk cId="686416172" sldId="276"/>
            <ac:spMk id="123" creationId="{0E331172-77AF-4315-8C57-3FBF11862AE3}"/>
          </ac:spMkLst>
        </pc:spChg>
        <pc:spChg chg="del mod">
          <ac:chgData name="Fatma Alsagaf" userId="ef587b5e-378a-4bb3-aa9f-3c15b98138a4" providerId="ADAL" clId="{1D674CAD-0467-4497-ACC2-1332A3BF7A8F}" dt="2023-09-27T07:46:58.646" v="1227" actId="478"/>
          <ac:spMkLst>
            <pc:docMk/>
            <pc:sldMk cId="686416172" sldId="276"/>
            <ac:spMk id="125" creationId="{AA263FC6-73F0-4E1D-8832-A39D54463541}"/>
          </ac:spMkLst>
        </pc:spChg>
        <pc:spChg chg="del mod">
          <ac:chgData name="Fatma Alsagaf" userId="ef587b5e-378a-4bb3-aa9f-3c15b98138a4" providerId="ADAL" clId="{1D674CAD-0467-4497-ACC2-1332A3BF7A8F}" dt="2023-09-27T07:46:58.646" v="1227" actId="478"/>
          <ac:spMkLst>
            <pc:docMk/>
            <pc:sldMk cId="686416172" sldId="276"/>
            <ac:spMk id="126" creationId="{48ABD8B2-16D3-43E9-97FF-28344CFC3CA5}"/>
          </ac:spMkLst>
        </pc:spChg>
        <pc:spChg chg="del mod">
          <ac:chgData name="Fatma Alsagaf" userId="ef587b5e-378a-4bb3-aa9f-3c15b98138a4" providerId="ADAL" clId="{1D674CAD-0467-4497-ACC2-1332A3BF7A8F}" dt="2023-09-27T07:46:58.646" v="1227" actId="478"/>
          <ac:spMkLst>
            <pc:docMk/>
            <pc:sldMk cId="686416172" sldId="276"/>
            <ac:spMk id="127" creationId="{37DCA11D-4D27-4D23-B3B3-1090EFF8C510}"/>
          </ac:spMkLst>
        </pc:spChg>
        <pc:spChg chg="del mod">
          <ac:chgData name="Fatma Alsagaf" userId="ef587b5e-378a-4bb3-aa9f-3c15b98138a4" providerId="ADAL" clId="{1D674CAD-0467-4497-ACC2-1332A3BF7A8F}" dt="2023-09-27T07:46:58.646" v="1227" actId="478"/>
          <ac:spMkLst>
            <pc:docMk/>
            <pc:sldMk cId="686416172" sldId="276"/>
            <ac:spMk id="130" creationId="{3DD31660-A0BF-4B4E-9BB1-BB8D05EDDB0C}"/>
          </ac:spMkLst>
        </pc:spChg>
        <pc:spChg chg="del mod">
          <ac:chgData name="Fatma Alsagaf" userId="ef587b5e-378a-4bb3-aa9f-3c15b98138a4" providerId="ADAL" clId="{1D674CAD-0467-4497-ACC2-1332A3BF7A8F}" dt="2023-09-27T07:46:58.646" v="1227" actId="478"/>
          <ac:spMkLst>
            <pc:docMk/>
            <pc:sldMk cId="686416172" sldId="276"/>
            <ac:spMk id="131" creationId="{2F5158BD-1D72-43F3-AEEE-CE36A6DE54C6}"/>
          </ac:spMkLst>
        </pc:spChg>
        <pc:spChg chg="del mod">
          <ac:chgData name="Fatma Alsagaf" userId="ef587b5e-378a-4bb3-aa9f-3c15b98138a4" providerId="ADAL" clId="{1D674CAD-0467-4497-ACC2-1332A3BF7A8F}" dt="2023-09-27T07:46:58.646" v="1227" actId="478"/>
          <ac:spMkLst>
            <pc:docMk/>
            <pc:sldMk cId="686416172" sldId="276"/>
            <ac:spMk id="132" creationId="{7705CF2C-1A34-44D5-AC0B-FF19645322C8}"/>
          </ac:spMkLst>
        </pc:spChg>
        <pc:spChg chg="del mod">
          <ac:chgData name="Fatma Alsagaf" userId="ef587b5e-378a-4bb3-aa9f-3c15b98138a4" providerId="ADAL" clId="{1D674CAD-0467-4497-ACC2-1332A3BF7A8F}" dt="2023-09-27T07:46:58.646" v="1227" actId="478"/>
          <ac:spMkLst>
            <pc:docMk/>
            <pc:sldMk cId="686416172" sldId="276"/>
            <ac:spMk id="133" creationId="{31919BAF-175F-4491-93FB-1E066F8869C0}"/>
          </ac:spMkLst>
        </pc:spChg>
        <pc:spChg chg="del mod">
          <ac:chgData name="Fatma Alsagaf" userId="ef587b5e-378a-4bb3-aa9f-3c15b98138a4" providerId="ADAL" clId="{1D674CAD-0467-4497-ACC2-1332A3BF7A8F}" dt="2023-09-27T07:46:58.646" v="1227" actId="478"/>
          <ac:spMkLst>
            <pc:docMk/>
            <pc:sldMk cId="686416172" sldId="276"/>
            <ac:spMk id="134" creationId="{76878D80-A5BB-4133-825E-7CE88FA8D4C0}"/>
          </ac:spMkLst>
        </pc:spChg>
        <pc:spChg chg="del mod">
          <ac:chgData name="Fatma Alsagaf" userId="ef587b5e-378a-4bb3-aa9f-3c15b98138a4" providerId="ADAL" clId="{1D674CAD-0467-4497-ACC2-1332A3BF7A8F}" dt="2023-09-27T07:46:58.646" v="1227" actId="478"/>
          <ac:spMkLst>
            <pc:docMk/>
            <pc:sldMk cId="686416172" sldId="276"/>
            <ac:spMk id="135" creationId="{DBCB1BB2-5D26-4E3C-9771-CE50DF97F7A0}"/>
          </ac:spMkLst>
        </pc:spChg>
        <pc:spChg chg="del mod">
          <ac:chgData name="Fatma Alsagaf" userId="ef587b5e-378a-4bb3-aa9f-3c15b98138a4" providerId="ADAL" clId="{1D674CAD-0467-4497-ACC2-1332A3BF7A8F}" dt="2023-09-27T06:57:50.847" v="1109" actId="478"/>
          <ac:spMkLst>
            <pc:docMk/>
            <pc:sldMk cId="686416172" sldId="276"/>
            <ac:spMk id="136" creationId="{23552CBD-CEDA-4F45-AA6F-BE855EE7C31D}"/>
          </ac:spMkLst>
        </pc:spChg>
        <pc:spChg chg="del">
          <ac:chgData name="Fatma Alsagaf" userId="ef587b5e-378a-4bb3-aa9f-3c15b98138a4" providerId="ADAL" clId="{1D674CAD-0467-4497-ACC2-1332A3BF7A8F}" dt="2023-09-27T06:32:55.455" v="790" actId="478"/>
          <ac:spMkLst>
            <pc:docMk/>
            <pc:sldMk cId="686416172" sldId="276"/>
            <ac:spMk id="138" creationId="{9719B1F3-0C9C-440A-BE63-4CE9B7734E67}"/>
          </ac:spMkLst>
        </pc:spChg>
        <pc:spChg chg="del">
          <ac:chgData name="Fatma Alsagaf" userId="ef587b5e-378a-4bb3-aa9f-3c15b98138a4" providerId="ADAL" clId="{1D674CAD-0467-4497-ACC2-1332A3BF7A8F}" dt="2023-09-27T06:33:01.218" v="793" actId="478"/>
          <ac:spMkLst>
            <pc:docMk/>
            <pc:sldMk cId="686416172" sldId="276"/>
            <ac:spMk id="139" creationId="{DCDE5E95-1407-4DAE-9A38-E8DC889EDEA7}"/>
          </ac:spMkLst>
        </pc:spChg>
        <pc:spChg chg="del">
          <ac:chgData name="Fatma Alsagaf" userId="ef587b5e-378a-4bb3-aa9f-3c15b98138a4" providerId="ADAL" clId="{1D674CAD-0467-4497-ACC2-1332A3BF7A8F}" dt="2023-09-27T06:32:51.992" v="788" actId="478"/>
          <ac:spMkLst>
            <pc:docMk/>
            <pc:sldMk cId="686416172" sldId="276"/>
            <ac:spMk id="140" creationId="{A977EE8E-2ED5-4F08-A053-2E830B6E0C07}"/>
          </ac:spMkLst>
        </pc:spChg>
        <pc:spChg chg="del">
          <ac:chgData name="Fatma Alsagaf" userId="ef587b5e-378a-4bb3-aa9f-3c15b98138a4" providerId="ADAL" clId="{1D674CAD-0467-4497-ACC2-1332A3BF7A8F}" dt="2023-09-27T06:32:57.524" v="791" actId="478"/>
          <ac:spMkLst>
            <pc:docMk/>
            <pc:sldMk cId="686416172" sldId="276"/>
            <ac:spMk id="141" creationId="{89C2ED43-FD6E-4998-8C67-4F9E570834C6}"/>
          </ac:spMkLst>
        </pc:spChg>
        <pc:spChg chg="del">
          <ac:chgData name="Fatma Alsagaf" userId="ef587b5e-378a-4bb3-aa9f-3c15b98138a4" providerId="ADAL" clId="{1D674CAD-0467-4497-ACC2-1332A3BF7A8F}" dt="2023-09-27T06:32:49.800" v="787" actId="478"/>
          <ac:spMkLst>
            <pc:docMk/>
            <pc:sldMk cId="686416172" sldId="276"/>
            <ac:spMk id="142" creationId="{52AB9987-012F-4550-8FE8-7FB6B92571CF}"/>
          </ac:spMkLst>
        </pc:spChg>
        <pc:spChg chg="del">
          <ac:chgData name="Fatma Alsagaf" userId="ef587b5e-378a-4bb3-aa9f-3c15b98138a4" providerId="ADAL" clId="{1D674CAD-0467-4497-ACC2-1332A3BF7A8F}" dt="2023-09-27T06:32:58.865" v="792" actId="478"/>
          <ac:spMkLst>
            <pc:docMk/>
            <pc:sldMk cId="686416172" sldId="276"/>
            <ac:spMk id="143" creationId="{149D601F-16F6-4BAE-B6D6-C381C4F1666B}"/>
          </ac:spMkLst>
        </pc:spChg>
        <pc:spChg chg="del">
          <ac:chgData name="Fatma Alsagaf" userId="ef587b5e-378a-4bb3-aa9f-3c15b98138a4" providerId="ADAL" clId="{1D674CAD-0467-4497-ACC2-1332A3BF7A8F}" dt="2023-09-27T06:32:54.151" v="789" actId="478"/>
          <ac:spMkLst>
            <pc:docMk/>
            <pc:sldMk cId="686416172" sldId="276"/>
            <ac:spMk id="144" creationId="{F1C96A1C-FF67-48F8-B640-25F4FC1ABEA5}"/>
          </ac:spMkLst>
        </pc:spChg>
        <pc:spChg chg="del">
          <ac:chgData name="Fatma Alsagaf" userId="ef587b5e-378a-4bb3-aa9f-3c15b98138a4" providerId="ADAL" clId="{1D674CAD-0467-4497-ACC2-1332A3BF7A8F}" dt="2023-09-27T06:33:03.924" v="794" actId="478"/>
          <ac:spMkLst>
            <pc:docMk/>
            <pc:sldMk cId="686416172" sldId="276"/>
            <ac:spMk id="145" creationId="{AFC85DEE-5DDB-412D-9442-98CAC0FC27EA}"/>
          </ac:spMkLst>
        </pc:spChg>
        <pc:spChg chg="del">
          <ac:chgData name="Fatma Alsagaf" userId="ef587b5e-378a-4bb3-aa9f-3c15b98138a4" providerId="ADAL" clId="{1D674CAD-0467-4497-ACC2-1332A3BF7A8F}" dt="2023-09-27T06:32:43.837" v="784" actId="478"/>
          <ac:spMkLst>
            <pc:docMk/>
            <pc:sldMk cId="686416172" sldId="276"/>
            <ac:spMk id="146" creationId="{28831861-33CD-430D-8E4F-05FD306744BD}"/>
          </ac:spMkLst>
        </pc:spChg>
        <pc:spChg chg="del">
          <ac:chgData name="Fatma Alsagaf" userId="ef587b5e-378a-4bb3-aa9f-3c15b98138a4" providerId="ADAL" clId="{1D674CAD-0467-4497-ACC2-1332A3BF7A8F}" dt="2023-09-27T06:32:16.869" v="776" actId="478"/>
          <ac:spMkLst>
            <pc:docMk/>
            <pc:sldMk cId="686416172" sldId="276"/>
            <ac:spMk id="148" creationId="{7DE7D664-2CE0-46BE-9951-C7A5FE41D63F}"/>
          </ac:spMkLst>
        </pc:spChg>
        <pc:spChg chg="del">
          <ac:chgData name="Fatma Alsagaf" userId="ef587b5e-378a-4bb3-aa9f-3c15b98138a4" providerId="ADAL" clId="{1D674CAD-0467-4497-ACC2-1332A3BF7A8F}" dt="2023-09-27T06:33:49.713" v="818" actId="478"/>
          <ac:spMkLst>
            <pc:docMk/>
            <pc:sldMk cId="686416172" sldId="276"/>
            <ac:spMk id="149" creationId="{82E498C7-96B2-405E-933B-7B594AB709E3}"/>
          </ac:spMkLst>
        </pc:spChg>
        <pc:spChg chg="del">
          <ac:chgData name="Fatma Alsagaf" userId="ef587b5e-378a-4bb3-aa9f-3c15b98138a4" providerId="ADAL" clId="{1D674CAD-0467-4497-ACC2-1332A3BF7A8F}" dt="2023-09-27T06:33:47.672" v="817" actId="478"/>
          <ac:spMkLst>
            <pc:docMk/>
            <pc:sldMk cId="686416172" sldId="276"/>
            <ac:spMk id="150" creationId="{D184A5AA-B6B5-4D47-9883-BA37400609AC}"/>
          </ac:spMkLst>
        </pc:spChg>
        <pc:spChg chg="del">
          <ac:chgData name="Fatma Alsagaf" userId="ef587b5e-378a-4bb3-aa9f-3c15b98138a4" providerId="ADAL" clId="{1D674CAD-0467-4497-ACC2-1332A3BF7A8F}" dt="2023-09-27T06:33:51.435" v="819" actId="478"/>
          <ac:spMkLst>
            <pc:docMk/>
            <pc:sldMk cId="686416172" sldId="276"/>
            <ac:spMk id="151" creationId="{F01A4D5E-6819-4224-96FE-952E2105273B}"/>
          </ac:spMkLst>
        </pc:spChg>
        <pc:spChg chg="del">
          <ac:chgData name="Fatma Alsagaf" userId="ef587b5e-378a-4bb3-aa9f-3c15b98138a4" providerId="ADAL" clId="{1D674CAD-0467-4497-ACC2-1332A3BF7A8F}" dt="2023-09-27T06:33:40.403" v="813" actId="478"/>
          <ac:spMkLst>
            <pc:docMk/>
            <pc:sldMk cId="686416172" sldId="276"/>
            <ac:spMk id="153" creationId="{05D54EB9-4F7D-42AB-971F-AC329F96ABB7}"/>
          </ac:spMkLst>
        </pc:spChg>
        <pc:spChg chg="del">
          <ac:chgData name="Fatma Alsagaf" userId="ef587b5e-378a-4bb3-aa9f-3c15b98138a4" providerId="ADAL" clId="{1D674CAD-0467-4497-ACC2-1332A3BF7A8F}" dt="2023-09-27T06:33:44.800" v="816" actId="478"/>
          <ac:spMkLst>
            <pc:docMk/>
            <pc:sldMk cId="686416172" sldId="276"/>
            <ac:spMk id="154" creationId="{82F0D953-4BC3-4DD0-9DF4-5825C89A3C9C}"/>
          </ac:spMkLst>
        </pc:spChg>
        <pc:spChg chg="del">
          <ac:chgData name="Fatma Alsagaf" userId="ef587b5e-378a-4bb3-aa9f-3c15b98138a4" providerId="ADAL" clId="{1D674CAD-0467-4497-ACC2-1332A3BF7A8F}" dt="2023-09-27T06:33:43.442" v="815" actId="478"/>
          <ac:spMkLst>
            <pc:docMk/>
            <pc:sldMk cId="686416172" sldId="276"/>
            <ac:spMk id="155" creationId="{A49DDF83-5FFD-4D99-834A-10854848756C}"/>
          </ac:spMkLst>
        </pc:spChg>
        <pc:spChg chg="del">
          <ac:chgData name="Fatma Alsagaf" userId="ef587b5e-378a-4bb3-aa9f-3c15b98138a4" providerId="ADAL" clId="{1D674CAD-0467-4497-ACC2-1332A3BF7A8F}" dt="2023-09-27T06:33:41.807" v="814" actId="478"/>
          <ac:spMkLst>
            <pc:docMk/>
            <pc:sldMk cId="686416172" sldId="276"/>
            <ac:spMk id="156" creationId="{F0543223-D8FB-40D7-A454-B6B10017E85E}"/>
          </ac:spMkLst>
        </pc:spChg>
        <pc:spChg chg="del">
          <ac:chgData name="Fatma Alsagaf" userId="ef587b5e-378a-4bb3-aa9f-3c15b98138a4" providerId="ADAL" clId="{1D674CAD-0467-4497-ACC2-1332A3BF7A8F}" dt="2023-09-27T06:32:32.702" v="780" actId="478"/>
          <ac:spMkLst>
            <pc:docMk/>
            <pc:sldMk cId="686416172" sldId="276"/>
            <ac:spMk id="158" creationId="{9D5A7A2F-0931-4616-9F64-F09B8B2723C7}"/>
          </ac:spMkLst>
        </pc:spChg>
        <pc:spChg chg="del">
          <ac:chgData name="Fatma Alsagaf" userId="ef587b5e-378a-4bb3-aa9f-3c15b98138a4" providerId="ADAL" clId="{1D674CAD-0467-4497-ACC2-1332A3BF7A8F}" dt="2023-09-27T06:32:34.340" v="781" actId="478"/>
          <ac:spMkLst>
            <pc:docMk/>
            <pc:sldMk cId="686416172" sldId="276"/>
            <ac:spMk id="159" creationId="{0200B313-026D-40D9-8E5F-09A08253CF4D}"/>
          </ac:spMkLst>
        </pc:spChg>
        <pc:spChg chg="del">
          <ac:chgData name="Fatma Alsagaf" userId="ef587b5e-378a-4bb3-aa9f-3c15b98138a4" providerId="ADAL" clId="{1D674CAD-0467-4497-ACC2-1332A3BF7A8F}" dt="2023-09-27T06:32:31.337" v="779" actId="478"/>
          <ac:spMkLst>
            <pc:docMk/>
            <pc:sldMk cId="686416172" sldId="276"/>
            <ac:spMk id="160" creationId="{F15B6126-42DF-4282-9019-B94C5D34A64E}"/>
          </ac:spMkLst>
        </pc:spChg>
        <pc:spChg chg="del mod">
          <ac:chgData name="Fatma Alsagaf" userId="ef587b5e-378a-4bb3-aa9f-3c15b98138a4" providerId="ADAL" clId="{1D674CAD-0467-4497-ACC2-1332A3BF7A8F}" dt="2023-09-27T06:32:28.395" v="778" actId="478"/>
          <ac:spMkLst>
            <pc:docMk/>
            <pc:sldMk cId="686416172" sldId="276"/>
            <ac:spMk id="161" creationId="{DDF81DE9-CD2A-4872-8F85-085966B31BF7}"/>
          </ac:spMkLst>
        </pc:spChg>
        <pc:spChg chg="del">
          <ac:chgData name="Fatma Alsagaf" userId="ef587b5e-378a-4bb3-aa9f-3c15b98138a4" providerId="ADAL" clId="{1D674CAD-0467-4497-ACC2-1332A3BF7A8F}" dt="2023-09-27T06:33:37.466" v="811" actId="478"/>
          <ac:spMkLst>
            <pc:docMk/>
            <pc:sldMk cId="686416172" sldId="276"/>
            <ac:spMk id="163" creationId="{64AF81F4-3255-415D-9A75-1076986992C1}"/>
          </ac:spMkLst>
        </pc:spChg>
        <pc:spChg chg="del">
          <ac:chgData name="Fatma Alsagaf" userId="ef587b5e-378a-4bb3-aa9f-3c15b98138a4" providerId="ADAL" clId="{1D674CAD-0467-4497-ACC2-1332A3BF7A8F}" dt="2023-09-27T06:33:27.599" v="804" actId="478"/>
          <ac:spMkLst>
            <pc:docMk/>
            <pc:sldMk cId="686416172" sldId="276"/>
            <ac:spMk id="164" creationId="{061DB323-3282-459A-90B7-4C06D76DEECF}"/>
          </ac:spMkLst>
        </pc:spChg>
        <pc:spChg chg="del">
          <ac:chgData name="Fatma Alsagaf" userId="ef587b5e-378a-4bb3-aa9f-3c15b98138a4" providerId="ADAL" clId="{1D674CAD-0467-4497-ACC2-1332A3BF7A8F}" dt="2023-09-27T06:33:33.346" v="808" actId="478"/>
          <ac:spMkLst>
            <pc:docMk/>
            <pc:sldMk cId="686416172" sldId="276"/>
            <ac:spMk id="165" creationId="{7DE93B73-5BB8-4509-947F-4079559687C4}"/>
          </ac:spMkLst>
        </pc:spChg>
        <pc:spChg chg="del">
          <ac:chgData name="Fatma Alsagaf" userId="ef587b5e-378a-4bb3-aa9f-3c15b98138a4" providerId="ADAL" clId="{1D674CAD-0467-4497-ACC2-1332A3BF7A8F}" dt="2023-09-27T06:33:29.107" v="805" actId="478"/>
          <ac:spMkLst>
            <pc:docMk/>
            <pc:sldMk cId="686416172" sldId="276"/>
            <ac:spMk id="166" creationId="{EFA10149-260A-4EA6-8FCA-6AF943C533D9}"/>
          </ac:spMkLst>
        </pc:spChg>
        <pc:spChg chg="del">
          <ac:chgData name="Fatma Alsagaf" userId="ef587b5e-378a-4bb3-aa9f-3c15b98138a4" providerId="ADAL" clId="{1D674CAD-0467-4497-ACC2-1332A3BF7A8F}" dt="2023-09-27T06:33:30.592" v="806" actId="478"/>
          <ac:spMkLst>
            <pc:docMk/>
            <pc:sldMk cId="686416172" sldId="276"/>
            <ac:spMk id="167" creationId="{205BDC35-83AD-4D0E-B191-3DD9D8CB2869}"/>
          </ac:spMkLst>
        </pc:spChg>
        <pc:spChg chg="del">
          <ac:chgData name="Fatma Alsagaf" userId="ef587b5e-378a-4bb3-aa9f-3c15b98138a4" providerId="ADAL" clId="{1D674CAD-0467-4497-ACC2-1332A3BF7A8F}" dt="2023-09-27T06:33:32.061" v="807" actId="478"/>
          <ac:spMkLst>
            <pc:docMk/>
            <pc:sldMk cId="686416172" sldId="276"/>
            <ac:spMk id="168" creationId="{27EF3202-607F-47B6-B69E-3233726725A1}"/>
          </ac:spMkLst>
        </pc:spChg>
        <pc:spChg chg="del">
          <ac:chgData name="Fatma Alsagaf" userId="ef587b5e-378a-4bb3-aa9f-3c15b98138a4" providerId="ADAL" clId="{1D674CAD-0467-4497-ACC2-1332A3BF7A8F}" dt="2023-09-27T06:33:38.931" v="812" actId="478"/>
          <ac:spMkLst>
            <pc:docMk/>
            <pc:sldMk cId="686416172" sldId="276"/>
            <ac:spMk id="169" creationId="{465391C6-3788-4B56-A375-CB895BBEA630}"/>
          </ac:spMkLst>
        </pc:spChg>
        <pc:spChg chg="del">
          <ac:chgData name="Fatma Alsagaf" userId="ef587b5e-378a-4bb3-aa9f-3c15b98138a4" providerId="ADAL" clId="{1D674CAD-0467-4497-ACC2-1332A3BF7A8F}" dt="2023-09-27T06:33:24.937" v="803" actId="478"/>
          <ac:spMkLst>
            <pc:docMk/>
            <pc:sldMk cId="686416172" sldId="276"/>
            <ac:spMk id="170" creationId="{DF645142-6712-4886-A9C9-A5A93082159A}"/>
          </ac:spMkLst>
        </pc:spChg>
        <pc:spChg chg="del">
          <ac:chgData name="Fatma Alsagaf" userId="ef587b5e-378a-4bb3-aa9f-3c15b98138a4" providerId="ADAL" clId="{1D674CAD-0467-4497-ACC2-1332A3BF7A8F}" dt="2023-09-27T06:33:09.392" v="797" actId="478"/>
          <ac:spMkLst>
            <pc:docMk/>
            <pc:sldMk cId="686416172" sldId="276"/>
            <ac:spMk id="172" creationId="{993B7832-9B99-4A76-B188-6B1C1C29E1D3}"/>
          </ac:spMkLst>
        </pc:spChg>
        <pc:spChg chg="del">
          <ac:chgData name="Fatma Alsagaf" userId="ef587b5e-378a-4bb3-aa9f-3c15b98138a4" providerId="ADAL" clId="{1D674CAD-0467-4497-ACC2-1332A3BF7A8F}" dt="2023-09-27T06:33:16.647" v="800" actId="478"/>
          <ac:spMkLst>
            <pc:docMk/>
            <pc:sldMk cId="686416172" sldId="276"/>
            <ac:spMk id="173" creationId="{6190D79D-6422-417E-ACD2-49BA18F5586E}"/>
          </ac:spMkLst>
        </pc:spChg>
        <pc:spChg chg="del">
          <ac:chgData name="Fatma Alsagaf" userId="ef587b5e-378a-4bb3-aa9f-3c15b98138a4" providerId="ADAL" clId="{1D674CAD-0467-4497-ACC2-1332A3BF7A8F}" dt="2023-09-27T06:33:08.035" v="796" actId="478"/>
          <ac:spMkLst>
            <pc:docMk/>
            <pc:sldMk cId="686416172" sldId="276"/>
            <ac:spMk id="174" creationId="{0E59FD97-A76B-43B3-84C7-3B1470A119A2}"/>
          </ac:spMkLst>
        </pc:spChg>
        <pc:spChg chg="del">
          <ac:chgData name="Fatma Alsagaf" userId="ef587b5e-378a-4bb3-aa9f-3c15b98138a4" providerId="ADAL" clId="{1D674CAD-0467-4497-ACC2-1332A3BF7A8F}" dt="2023-09-27T06:33:06.115" v="795" actId="478"/>
          <ac:spMkLst>
            <pc:docMk/>
            <pc:sldMk cId="686416172" sldId="276"/>
            <ac:spMk id="175" creationId="{7AEE6F79-EFDE-4367-81E4-DB0258C341ED}"/>
          </ac:spMkLst>
        </pc:spChg>
        <pc:spChg chg="del">
          <ac:chgData name="Fatma Alsagaf" userId="ef587b5e-378a-4bb3-aa9f-3c15b98138a4" providerId="ADAL" clId="{1D674CAD-0467-4497-ACC2-1332A3BF7A8F}" dt="2023-09-27T06:33:10.930" v="798" actId="478"/>
          <ac:spMkLst>
            <pc:docMk/>
            <pc:sldMk cId="686416172" sldId="276"/>
            <ac:spMk id="176" creationId="{02DD8576-E00C-4D59-AC9D-AF4EA360C349}"/>
          </ac:spMkLst>
        </pc:spChg>
        <pc:spChg chg="del">
          <ac:chgData name="Fatma Alsagaf" userId="ef587b5e-378a-4bb3-aa9f-3c15b98138a4" providerId="ADAL" clId="{1D674CAD-0467-4497-ACC2-1332A3BF7A8F}" dt="2023-09-27T06:33:23.138" v="802" actId="478"/>
          <ac:spMkLst>
            <pc:docMk/>
            <pc:sldMk cId="686416172" sldId="276"/>
            <ac:spMk id="177" creationId="{9CF916E4-CDF7-43EF-90FB-FF8D91D2D69B}"/>
          </ac:spMkLst>
        </pc:spChg>
        <pc:spChg chg="del">
          <ac:chgData name="Fatma Alsagaf" userId="ef587b5e-378a-4bb3-aa9f-3c15b98138a4" providerId="ADAL" clId="{1D674CAD-0467-4497-ACC2-1332A3BF7A8F}" dt="2023-09-27T06:33:18.174" v="801" actId="478"/>
          <ac:spMkLst>
            <pc:docMk/>
            <pc:sldMk cId="686416172" sldId="276"/>
            <ac:spMk id="178" creationId="{7074C04C-9669-47AE-8CA0-9FC7A229193C}"/>
          </ac:spMkLst>
        </pc:spChg>
        <pc:spChg chg="del">
          <ac:chgData name="Fatma Alsagaf" userId="ef587b5e-378a-4bb3-aa9f-3c15b98138a4" providerId="ADAL" clId="{1D674CAD-0467-4497-ACC2-1332A3BF7A8F}" dt="2023-09-27T06:33:14.456" v="799" actId="478"/>
          <ac:spMkLst>
            <pc:docMk/>
            <pc:sldMk cId="686416172" sldId="276"/>
            <ac:spMk id="179" creationId="{797684AA-73D2-4716-8D64-084F3A8D141C}"/>
          </ac:spMkLst>
        </pc:spChg>
        <pc:spChg chg="del mod">
          <ac:chgData name="Fatma Alsagaf" userId="ef587b5e-378a-4bb3-aa9f-3c15b98138a4" providerId="ADAL" clId="{1D674CAD-0467-4497-ACC2-1332A3BF7A8F}" dt="2023-09-27T07:47:03.970" v="1228" actId="478"/>
          <ac:spMkLst>
            <pc:docMk/>
            <pc:sldMk cId="686416172" sldId="276"/>
            <ac:spMk id="180" creationId="{1A5A2ACB-593F-4AC2-80B5-721351576821}"/>
          </ac:spMkLst>
        </pc:spChg>
        <pc:spChg chg="del mod">
          <ac:chgData name="Fatma Alsagaf" userId="ef587b5e-378a-4bb3-aa9f-3c15b98138a4" providerId="ADAL" clId="{1D674CAD-0467-4497-ACC2-1332A3BF7A8F}" dt="2023-09-27T07:47:03.970" v="1228" actId="478"/>
          <ac:spMkLst>
            <pc:docMk/>
            <pc:sldMk cId="686416172" sldId="276"/>
            <ac:spMk id="181" creationId="{C414502F-C744-42A7-9CC8-2EB720A9EB61}"/>
          </ac:spMkLst>
        </pc:spChg>
        <pc:spChg chg="del mod">
          <ac:chgData name="Fatma Alsagaf" userId="ef587b5e-378a-4bb3-aa9f-3c15b98138a4" providerId="ADAL" clId="{1D674CAD-0467-4497-ACC2-1332A3BF7A8F}" dt="2023-09-27T07:47:03.970" v="1228" actId="478"/>
          <ac:spMkLst>
            <pc:docMk/>
            <pc:sldMk cId="686416172" sldId="276"/>
            <ac:spMk id="182" creationId="{C98A5C1E-FAE8-453F-8354-EB9DAF9B7278}"/>
          </ac:spMkLst>
        </pc:spChg>
        <pc:spChg chg="del mod">
          <ac:chgData name="Fatma Alsagaf" userId="ef587b5e-378a-4bb3-aa9f-3c15b98138a4" providerId="ADAL" clId="{1D674CAD-0467-4497-ACC2-1332A3BF7A8F}" dt="2023-09-27T07:47:03.970" v="1228" actId="478"/>
          <ac:spMkLst>
            <pc:docMk/>
            <pc:sldMk cId="686416172" sldId="276"/>
            <ac:spMk id="183" creationId="{FE61404D-8DD9-46B9-9EBB-C5B0D63E860B}"/>
          </ac:spMkLst>
        </pc:spChg>
        <pc:spChg chg="del mod">
          <ac:chgData name="Fatma Alsagaf" userId="ef587b5e-378a-4bb3-aa9f-3c15b98138a4" providerId="ADAL" clId="{1D674CAD-0467-4497-ACC2-1332A3BF7A8F}" dt="2023-09-27T06:57:50.847" v="1109" actId="478"/>
          <ac:spMkLst>
            <pc:docMk/>
            <pc:sldMk cId="686416172" sldId="276"/>
            <ac:spMk id="184" creationId="{FD8316D4-39EC-4AFE-8D2A-BA4B34EF79AC}"/>
          </ac:spMkLst>
        </pc:spChg>
        <pc:grpChg chg="del mod">
          <ac:chgData name="Fatma Alsagaf" userId="ef587b5e-378a-4bb3-aa9f-3c15b98138a4" providerId="ADAL" clId="{1D674CAD-0467-4497-ACC2-1332A3BF7A8F}" dt="2023-09-27T07:46:58.646" v="1227" actId="478"/>
          <ac:grpSpMkLst>
            <pc:docMk/>
            <pc:sldMk cId="686416172" sldId="276"/>
            <ac:grpSpMk id="3" creationId="{676128F2-0E11-4FE9-B7C9-49304126AE42}"/>
          </ac:grpSpMkLst>
        </pc:grpChg>
        <pc:grpChg chg="del mod">
          <ac:chgData name="Fatma Alsagaf" userId="ef587b5e-378a-4bb3-aa9f-3c15b98138a4" providerId="ADAL" clId="{1D674CAD-0467-4497-ACC2-1332A3BF7A8F}" dt="2023-09-27T07:46:58.646" v="1227" actId="478"/>
          <ac:grpSpMkLst>
            <pc:docMk/>
            <pc:sldMk cId="686416172" sldId="276"/>
            <ac:grpSpMk id="4" creationId="{81400AAE-2E31-483F-9014-32A315F810CC}"/>
          </ac:grpSpMkLst>
        </pc:grpChg>
        <pc:grpChg chg="del mod">
          <ac:chgData name="Fatma Alsagaf" userId="ef587b5e-378a-4bb3-aa9f-3c15b98138a4" providerId="ADAL" clId="{1D674CAD-0467-4497-ACC2-1332A3BF7A8F}" dt="2023-09-27T07:46:58.646" v="1227" actId="478"/>
          <ac:grpSpMkLst>
            <pc:docMk/>
            <pc:sldMk cId="686416172" sldId="276"/>
            <ac:grpSpMk id="5" creationId="{003E1CEB-26C2-4D3D-97B8-2B89675FA0AA}"/>
          </ac:grpSpMkLst>
        </pc:grpChg>
        <pc:grpChg chg="del mod">
          <ac:chgData name="Fatma Alsagaf" userId="ef587b5e-378a-4bb3-aa9f-3c15b98138a4" providerId="ADAL" clId="{1D674CAD-0467-4497-ACC2-1332A3BF7A8F}" dt="2023-09-27T07:46:58.646" v="1227" actId="478"/>
          <ac:grpSpMkLst>
            <pc:docMk/>
            <pc:sldMk cId="686416172" sldId="276"/>
            <ac:grpSpMk id="6" creationId="{BF9479B5-A98E-42F3-8DC9-584B3CC9560F}"/>
          </ac:grpSpMkLst>
        </pc:grpChg>
        <pc:grpChg chg="del mod">
          <ac:chgData name="Fatma Alsagaf" userId="ef587b5e-378a-4bb3-aa9f-3c15b98138a4" providerId="ADAL" clId="{1D674CAD-0467-4497-ACC2-1332A3BF7A8F}" dt="2023-09-27T07:46:58.646" v="1227" actId="478"/>
          <ac:grpSpMkLst>
            <pc:docMk/>
            <pc:sldMk cId="686416172" sldId="276"/>
            <ac:grpSpMk id="7" creationId="{4B9DEBE4-A8F9-4F47-BDE9-2220FA5C2035}"/>
          </ac:grpSpMkLst>
        </pc:grpChg>
        <pc:grpChg chg="del mod">
          <ac:chgData name="Fatma Alsagaf" userId="ef587b5e-378a-4bb3-aa9f-3c15b98138a4" providerId="ADAL" clId="{1D674CAD-0467-4497-ACC2-1332A3BF7A8F}" dt="2023-09-27T06:57:50.847" v="1109" actId="478"/>
          <ac:grpSpMkLst>
            <pc:docMk/>
            <pc:sldMk cId="686416172" sldId="276"/>
            <ac:grpSpMk id="8" creationId="{09A72998-6CA2-4CAB-B73C-6B44ECC6A131}"/>
          </ac:grpSpMkLst>
        </pc:grpChg>
        <pc:grpChg chg="add mod">
          <ac:chgData name="Fatma Alsagaf" userId="ef587b5e-378a-4bb3-aa9f-3c15b98138a4" providerId="ADAL" clId="{1D674CAD-0467-4497-ACC2-1332A3BF7A8F}" dt="2023-09-27T06:32:05.559" v="775" actId="571"/>
          <ac:grpSpMkLst>
            <pc:docMk/>
            <pc:sldMk cId="686416172" sldId="276"/>
            <ac:grpSpMk id="9" creationId="{998519D5-1653-5702-8319-7BFB878891E3}"/>
          </ac:grpSpMkLst>
        </pc:grpChg>
        <pc:grpChg chg="mod">
          <ac:chgData name="Fatma Alsagaf" userId="ef587b5e-378a-4bb3-aa9f-3c15b98138a4" providerId="ADAL" clId="{1D674CAD-0467-4497-ACC2-1332A3BF7A8F}" dt="2023-09-27T06:32:05.559" v="775" actId="571"/>
          <ac:grpSpMkLst>
            <pc:docMk/>
            <pc:sldMk cId="686416172" sldId="276"/>
            <ac:grpSpMk id="13" creationId="{FD972D3D-75D6-8253-5C2C-FDD967F491F9}"/>
          </ac:grpSpMkLst>
        </pc:grpChg>
        <pc:grpChg chg="add mod">
          <ac:chgData name="Fatma Alsagaf" userId="ef587b5e-378a-4bb3-aa9f-3c15b98138a4" providerId="ADAL" clId="{1D674CAD-0467-4497-ACC2-1332A3BF7A8F}" dt="2023-09-27T06:32:05.559" v="775" actId="571"/>
          <ac:grpSpMkLst>
            <pc:docMk/>
            <pc:sldMk cId="686416172" sldId="276"/>
            <ac:grpSpMk id="18" creationId="{E2F74308-71CA-A058-AE90-B298CAD40F50}"/>
          </ac:grpSpMkLst>
        </pc:grpChg>
        <pc:grpChg chg="mod">
          <ac:chgData name="Fatma Alsagaf" userId="ef587b5e-378a-4bb3-aa9f-3c15b98138a4" providerId="ADAL" clId="{1D674CAD-0467-4497-ACC2-1332A3BF7A8F}" dt="2023-09-27T06:32:05.559" v="775" actId="571"/>
          <ac:grpSpMkLst>
            <pc:docMk/>
            <pc:sldMk cId="686416172" sldId="276"/>
            <ac:grpSpMk id="21" creationId="{FB8174AB-05A6-B8C2-D407-7EEE42BF209C}"/>
          </ac:grpSpMkLst>
        </pc:grpChg>
        <pc:grpChg chg="del">
          <ac:chgData name="Fatma Alsagaf" userId="ef587b5e-378a-4bb3-aa9f-3c15b98138a4" providerId="ADAL" clId="{1D674CAD-0467-4497-ACC2-1332A3BF7A8F}" dt="2023-09-27T06:33:01.218" v="793" actId="478"/>
          <ac:grpSpMkLst>
            <pc:docMk/>
            <pc:sldMk cId="686416172" sldId="276"/>
            <ac:grpSpMk id="137" creationId="{AF90E45F-AAFA-4E98-B7E1-C96CDCEC76CC}"/>
          </ac:grpSpMkLst>
        </pc:grpChg>
        <pc:grpChg chg="del">
          <ac:chgData name="Fatma Alsagaf" userId="ef587b5e-378a-4bb3-aa9f-3c15b98138a4" providerId="ADAL" clId="{1D674CAD-0467-4497-ACC2-1332A3BF7A8F}" dt="2023-09-27T06:33:49.713" v="818" actId="478"/>
          <ac:grpSpMkLst>
            <pc:docMk/>
            <pc:sldMk cId="686416172" sldId="276"/>
            <ac:grpSpMk id="147" creationId="{374FF224-A880-4299-BC19-5455E5BFE976}"/>
          </ac:grpSpMkLst>
        </pc:grpChg>
        <pc:grpChg chg="del">
          <ac:chgData name="Fatma Alsagaf" userId="ef587b5e-378a-4bb3-aa9f-3c15b98138a4" providerId="ADAL" clId="{1D674CAD-0467-4497-ACC2-1332A3BF7A8F}" dt="2023-09-27T06:33:43.442" v="815" actId="478"/>
          <ac:grpSpMkLst>
            <pc:docMk/>
            <pc:sldMk cId="686416172" sldId="276"/>
            <ac:grpSpMk id="152" creationId="{5324F9E5-0117-4B7F-AEAF-DFF7BFF9A167}"/>
          </ac:grpSpMkLst>
        </pc:grpChg>
        <pc:grpChg chg="del">
          <ac:chgData name="Fatma Alsagaf" userId="ef587b5e-378a-4bb3-aa9f-3c15b98138a4" providerId="ADAL" clId="{1D674CAD-0467-4497-ACC2-1332A3BF7A8F}" dt="2023-09-27T06:32:32.702" v="780" actId="478"/>
          <ac:grpSpMkLst>
            <pc:docMk/>
            <pc:sldMk cId="686416172" sldId="276"/>
            <ac:grpSpMk id="157" creationId="{28183EFB-D095-4988-A634-08E6B3D579C1}"/>
          </ac:grpSpMkLst>
        </pc:grpChg>
        <pc:grpChg chg="del">
          <ac:chgData name="Fatma Alsagaf" userId="ef587b5e-378a-4bb3-aa9f-3c15b98138a4" providerId="ADAL" clId="{1D674CAD-0467-4497-ACC2-1332A3BF7A8F}" dt="2023-09-27T06:33:37.466" v="811" actId="478"/>
          <ac:grpSpMkLst>
            <pc:docMk/>
            <pc:sldMk cId="686416172" sldId="276"/>
            <ac:grpSpMk id="162" creationId="{476B4E58-950D-4E2E-A9A7-635814632812}"/>
          </ac:grpSpMkLst>
        </pc:grpChg>
        <pc:grpChg chg="del">
          <ac:chgData name="Fatma Alsagaf" userId="ef587b5e-378a-4bb3-aa9f-3c15b98138a4" providerId="ADAL" clId="{1D674CAD-0467-4497-ACC2-1332A3BF7A8F}" dt="2023-09-27T06:33:18.174" v="801" actId="478"/>
          <ac:grpSpMkLst>
            <pc:docMk/>
            <pc:sldMk cId="686416172" sldId="276"/>
            <ac:grpSpMk id="171" creationId="{10AB0A28-7275-4D8F-B84A-BB41FF7C9988}"/>
          </ac:grpSpMkLst>
        </pc:grpChg>
      </pc:sldChg>
      <pc:sldChg chg="addSp modSp add del mod ord setBg">
        <pc:chgData name="Fatma Alsagaf" userId="ef587b5e-378a-4bb3-aa9f-3c15b98138a4" providerId="ADAL" clId="{1D674CAD-0467-4497-ACC2-1332A3BF7A8F}" dt="2023-09-27T07:14:58.149" v="1193" actId="47"/>
        <pc:sldMkLst>
          <pc:docMk/>
          <pc:sldMk cId="821590725" sldId="283"/>
        </pc:sldMkLst>
        <pc:spChg chg="add mod">
          <ac:chgData name="Fatma Alsagaf" userId="ef587b5e-378a-4bb3-aa9f-3c15b98138a4" providerId="ADAL" clId="{1D674CAD-0467-4497-ACC2-1332A3BF7A8F}" dt="2023-09-26T18:57:38.994" v="28" actId="20577"/>
          <ac:spMkLst>
            <pc:docMk/>
            <pc:sldMk cId="821590725" sldId="283"/>
            <ac:spMk id="7" creationId="{43584C0C-79A7-468A-914F-B1FD9ECCCF85}"/>
          </ac:spMkLst>
        </pc:spChg>
        <pc:picChg chg="mod">
          <ac:chgData name="Fatma Alsagaf" userId="ef587b5e-378a-4bb3-aa9f-3c15b98138a4" providerId="ADAL" clId="{1D674CAD-0467-4497-ACC2-1332A3BF7A8F}" dt="2023-09-26T18:49:58.388" v="9" actId="1076"/>
          <ac:picMkLst>
            <pc:docMk/>
            <pc:sldMk cId="821590725" sldId="283"/>
            <ac:picMk id="192" creationId="{7FFB5A71-3DC7-40D9-A4F0-D9C72AA9EB18}"/>
          </ac:picMkLst>
        </pc:picChg>
      </pc:sldChg>
      <pc:sldChg chg="addSp delSp modSp new mod setBg">
        <pc:chgData name="Fatma Alsagaf" userId="ef587b5e-378a-4bb3-aa9f-3c15b98138a4" providerId="ADAL" clId="{1D674CAD-0467-4497-ACC2-1332A3BF7A8F}" dt="2023-09-27T06:29:09.157" v="702" actId="207"/>
        <pc:sldMkLst>
          <pc:docMk/>
          <pc:sldMk cId="410760740" sldId="284"/>
        </pc:sldMkLst>
        <pc:spChg chg="mod ord">
          <ac:chgData name="Fatma Alsagaf" userId="ef587b5e-378a-4bb3-aa9f-3c15b98138a4" providerId="ADAL" clId="{1D674CAD-0467-4497-ACC2-1332A3BF7A8F}" dt="2023-09-27T06:29:09.157" v="702" actId="207"/>
          <ac:spMkLst>
            <pc:docMk/>
            <pc:sldMk cId="410760740" sldId="284"/>
            <ac:spMk id="2" creationId="{626866F0-4599-1D9F-9B12-F930301AA44C}"/>
          </ac:spMkLst>
        </pc:spChg>
        <pc:spChg chg="add del">
          <ac:chgData name="Fatma Alsagaf" userId="ef587b5e-378a-4bb3-aa9f-3c15b98138a4" providerId="ADAL" clId="{1D674CAD-0467-4497-ACC2-1332A3BF7A8F}" dt="2023-09-26T19:05:01.043" v="38" actId="26606"/>
          <ac:spMkLst>
            <pc:docMk/>
            <pc:sldMk cId="410760740" sldId="284"/>
            <ac:spMk id="1033" creationId="{37C89E4B-3C9F-44B9-8B86-D9E3D112D8EC}"/>
          </ac:spMkLst>
        </pc:spChg>
        <pc:spChg chg="add del">
          <ac:chgData name="Fatma Alsagaf" userId="ef587b5e-378a-4bb3-aa9f-3c15b98138a4" providerId="ADAL" clId="{1D674CAD-0467-4497-ACC2-1332A3BF7A8F}" dt="2023-09-26T19:07:51.684" v="64" actId="26606"/>
          <ac:spMkLst>
            <pc:docMk/>
            <pc:sldMk cId="410760740" sldId="284"/>
            <ac:spMk id="1039" creationId="{D4771268-CB57-404A-9271-370EB28F6090}"/>
          </ac:spMkLst>
        </pc:spChg>
        <pc:spChg chg="add del">
          <ac:chgData name="Fatma Alsagaf" userId="ef587b5e-378a-4bb3-aa9f-3c15b98138a4" providerId="ADAL" clId="{1D674CAD-0467-4497-ACC2-1332A3BF7A8F}" dt="2023-09-26T19:11:22.979" v="80" actId="26606"/>
          <ac:spMkLst>
            <pc:docMk/>
            <pc:sldMk cId="410760740" sldId="284"/>
            <ac:spMk id="1040" creationId="{F8446B12-7391-4711-8B31-112A0B896C76}"/>
          </ac:spMkLst>
        </pc:spChg>
        <pc:spChg chg="add del">
          <ac:chgData name="Fatma Alsagaf" userId="ef587b5e-378a-4bb3-aa9f-3c15b98138a4" providerId="ADAL" clId="{1D674CAD-0467-4497-ACC2-1332A3BF7A8F}" dt="2023-09-26T19:11:45.858" v="86" actId="26606"/>
          <ac:spMkLst>
            <pc:docMk/>
            <pc:sldMk cId="410760740" sldId="284"/>
            <ac:spMk id="1043" creationId="{E8EA24D0-C854-4AA8-B8FD-D252660D8840}"/>
          </ac:spMkLst>
        </pc:spChg>
        <pc:spChg chg="add del">
          <ac:chgData name="Fatma Alsagaf" userId="ef587b5e-378a-4bb3-aa9f-3c15b98138a4" providerId="ADAL" clId="{1D674CAD-0467-4497-ACC2-1332A3BF7A8F}" dt="2023-09-26T19:05:25.748" v="43" actId="26606"/>
          <ac:spMkLst>
            <pc:docMk/>
            <pc:sldMk cId="410760740" sldId="284"/>
            <ac:spMk id="1044" creationId="{9B7AD9F6-8CE7-4299-8FC6-328F4DCD3FF9}"/>
          </ac:spMkLst>
        </pc:spChg>
        <pc:spChg chg="add del">
          <ac:chgData name="Fatma Alsagaf" userId="ef587b5e-378a-4bb3-aa9f-3c15b98138a4" providerId="ADAL" clId="{1D674CAD-0467-4497-ACC2-1332A3BF7A8F}" dt="2023-09-26T19:11:24.578" v="82" actId="26606"/>
          <ac:spMkLst>
            <pc:docMk/>
            <pc:sldMk cId="410760740" sldId="284"/>
            <ac:spMk id="1045" creationId="{6A14B83C-B379-41FC-8327-600DA7EFD524}"/>
          </ac:spMkLst>
        </pc:spChg>
        <pc:spChg chg="add del">
          <ac:chgData name="Fatma Alsagaf" userId="ef587b5e-378a-4bb3-aa9f-3c15b98138a4" providerId="ADAL" clId="{1D674CAD-0467-4497-ACC2-1332A3BF7A8F}" dt="2023-09-26T19:05:25.748" v="43" actId="26606"/>
          <ac:spMkLst>
            <pc:docMk/>
            <pc:sldMk cId="410760740" sldId="284"/>
            <ac:spMk id="1046" creationId="{F49775AF-8896-43EE-92C6-83497D6DC56F}"/>
          </ac:spMkLst>
        </pc:spChg>
        <pc:spChg chg="add del">
          <ac:chgData name="Fatma Alsagaf" userId="ef587b5e-378a-4bb3-aa9f-3c15b98138a4" providerId="ADAL" clId="{1D674CAD-0467-4497-ACC2-1332A3BF7A8F}" dt="2023-09-26T19:05:27.601" v="45" actId="26606"/>
          <ac:spMkLst>
            <pc:docMk/>
            <pc:sldMk cId="410760740" sldId="284"/>
            <ac:spMk id="1048" creationId="{B547373F-AF2E-4907-B442-9F902B387FD0}"/>
          </ac:spMkLst>
        </pc:spChg>
        <pc:spChg chg="add del">
          <ac:chgData name="Fatma Alsagaf" userId="ef587b5e-378a-4bb3-aa9f-3c15b98138a4" providerId="ADAL" clId="{1D674CAD-0467-4497-ACC2-1332A3BF7A8F}" dt="2023-09-26T19:05:44.945" v="47" actId="26606"/>
          <ac:spMkLst>
            <pc:docMk/>
            <pc:sldMk cId="410760740" sldId="284"/>
            <ac:spMk id="1050" creationId="{3B47FC9C-2ED3-4100-A4EF-E8CDFEE106C9}"/>
          </ac:spMkLst>
        </pc:spChg>
        <pc:spChg chg="add del">
          <ac:chgData name="Fatma Alsagaf" userId="ef587b5e-378a-4bb3-aa9f-3c15b98138a4" providerId="ADAL" clId="{1D674CAD-0467-4497-ACC2-1332A3BF7A8F}" dt="2023-09-26T19:05:50.047" v="49" actId="26606"/>
          <ac:spMkLst>
            <pc:docMk/>
            <pc:sldMk cId="410760740" sldId="284"/>
            <ac:spMk id="1052" creationId="{9B7AD9F6-8CE7-4299-8FC6-328F4DCD3FF9}"/>
          </ac:spMkLst>
        </pc:spChg>
        <pc:spChg chg="add del">
          <ac:chgData name="Fatma Alsagaf" userId="ef587b5e-378a-4bb3-aa9f-3c15b98138a4" providerId="ADAL" clId="{1D674CAD-0467-4497-ACC2-1332A3BF7A8F}" dt="2023-09-26T19:05:50.047" v="49" actId="26606"/>
          <ac:spMkLst>
            <pc:docMk/>
            <pc:sldMk cId="410760740" sldId="284"/>
            <ac:spMk id="1053" creationId="{F49775AF-8896-43EE-92C6-83497D6DC56F}"/>
          </ac:spMkLst>
        </pc:spChg>
        <pc:spChg chg="add del">
          <ac:chgData name="Fatma Alsagaf" userId="ef587b5e-378a-4bb3-aa9f-3c15b98138a4" providerId="ADAL" clId="{1D674CAD-0467-4497-ACC2-1332A3BF7A8F}" dt="2023-09-26T19:11:44.339" v="84" actId="26606"/>
          <ac:spMkLst>
            <pc:docMk/>
            <pc:sldMk cId="410760740" sldId="284"/>
            <ac:spMk id="1054" creationId="{AC0749D4-5D79-415F-A4FE-C04AA9FAF637}"/>
          </ac:spMkLst>
        </pc:spChg>
        <pc:spChg chg="add del">
          <ac:chgData name="Fatma Alsagaf" userId="ef587b5e-378a-4bb3-aa9f-3c15b98138a4" providerId="ADAL" clId="{1D674CAD-0467-4497-ACC2-1332A3BF7A8F}" dt="2023-09-26T19:05:59.579" v="51" actId="26606"/>
          <ac:spMkLst>
            <pc:docMk/>
            <pc:sldMk cId="410760740" sldId="284"/>
            <ac:spMk id="1055" creationId="{32E62931-8EB4-42BB-BAAB-D8757BE66D8E}"/>
          </ac:spMkLst>
        </pc:spChg>
        <pc:spChg chg="add del">
          <ac:chgData name="Fatma Alsagaf" userId="ef587b5e-378a-4bb3-aa9f-3c15b98138a4" providerId="ADAL" clId="{1D674CAD-0467-4497-ACC2-1332A3BF7A8F}" dt="2023-09-26T19:11:44.339" v="84" actId="26606"/>
          <ac:spMkLst>
            <pc:docMk/>
            <pc:sldMk cId="410760740" sldId="284"/>
            <ac:spMk id="1056" creationId="{E8C1EE2C-97A4-4801-8BC8-9D18F259BDAD}"/>
          </ac:spMkLst>
        </pc:spChg>
        <pc:spChg chg="add del">
          <ac:chgData name="Fatma Alsagaf" userId="ef587b5e-378a-4bb3-aa9f-3c15b98138a4" providerId="ADAL" clId="{1D674CAD-0467-4497-ACC2-1332A3BF7A8F}" dt="2023-09-26T19:06:11.576" v="53" actId="26606"/>
          <ac:spMkLst>
            <pc:docMk/>
            <pc:sldMk cId="410760740" sldId="284"/>
            <ac:spMk id="1057" creationId="{3B47FC9C-2ED3-4100-A4EF-E8CDFEE106C9}"/>
          </ac:spMkLst>
        </pc:spChg>
        <pc:spChg chg="add del">
          <ac:chgData name="Fatma Alsagaf" userId="ef587b5e-378a-4bb3-aa9f-3c15b98138a4" providerId="ADAL" clId="{1D674CAD-0467-4497-ACC2-1332A3BF7A8F}" dt="2023-09-26T19:11:45.858" v="86" actId="26606"/>
          <ac:spMkLst>
            <pc:docMk/>
            <pc:sldMk cId="410760740" sldId="284"/>
            <ac:spMk id="1058" creationId="{1C4FDBE2-32F7-4AC4-A40C-C51C65B1D474}"/>
          </ac:spMkLst>
        </pc:spChg>
        <pc:spChg chg="add del">
          <ac:chgData name="Fatma Alsagaf" userId="ef587b5e-378a-4bb3-aa9f-3c15b98138a4" providerId="ADAL" clId="{1D674CAD-0467-4497-ACC2-1332A3BF7A8F}" dt="2023-09-26T19:06:13.729" v="55" actId="26606"/>
          <ac:spMkLst>
            <pc:docMk/>
            <pc:sldMk cId="410760740" sldId="284"/>
            <ac:spMk id="1059" creationId="{B547373F-AF2E-4907-B442-9F902B387FD0}"/>
          </ac:spMkLst>
        </pc:spChg>
        <pc:spChg chg="add del">
          <ac:chgData name="Fatma Alsagaf" userId="ef587b5e-378a-4bb3-aa9f-3c15b98138a4" providerId="ADAL" clId="{1D674CAD-0467-4497-ACC2-1332A3BF7A8F}" dt="2023-09-26T19:11:45.858" v="86" actId="26606"/>
          <ac:spMkLst>
            <pc:docMk/>
            <pc:sldMk cId="410760740" sldId="284"/>
            <ac:spMk id="1060" creationId="{E2B33195-5BCA-4BB7-A82D-6739522687DD}"/>
          </ac:spMkLst>
        </pc:spChg>
        <pc:spChg chg="add del">
          <ac:chgData name="Fatma Alsagaf" userId="ef587b5e-378a-4bb3-aa9f-3c15b98138a4" providerId="ADAL" clId="{1D674CAD-0467-4497-ACC2-1332A3BF7A8F}" dt="2023-09-26T19:06:18.716" v="57" actId="26606"/>
          <ac:spMkLst>
            <pc:docMk/>
            <pc:sldMk cId="410760740" sldId="284"/>
            <ac:spMk id="1061" creationId="{3B47FC9C-2ED3-4100-A4EF-E8CDFEE106C9}"/>
          </ac:spMkLst>
        </pc:spChg>
        <pc:spChg chg="add del">
          <ac:chgData name="Fatma Alsagaf" userId="ef587b5e-378a-4bb3-aa9f-3c15b98138a4" providerId="ADAL" clId="{1D674CAD-0467-4497-ACC2-1332A3BF7A8F}" dt="2023-09-26T19:11:45.858" v="86" actId="26606"/>
          <ac:spMkLst>
            <pc:docMk/>
            <pc:sldMk cId="410760740" sldId="284"/>
            <ac:spMk id="1062" creationId="{CF8AD9F3-9AF6-494F-83A3-2F677563935C}"/>
          </ac:spMkLst>
        </pc:spChg>
        <pc:spChg chg="add del">
          <ac:chgData name="Fatma Alsagaf" userId="ef587b5e-378a-4bb3-aa9f-3c15b98138a4" providerId="ADAL" clId="{1D674CAD-0467-4497-ACC2-1332A3BF7A8F}" dt="2023-09-26T19:06:40.988" v="59" actId="26606"/>
          <ac:spMkLst>
            <pc:docMk/>
            <pc:sldMk cId="410760740" sldId="284"/>
            <ac:spMk id="1063" creationId="{D12DDE76-C203-4047-9998-63900085B5E8}"/>
          </ac:spMkLst>
        </pc:spChg>
        <pc:spChg chg="add del">
          <ac:chgData name="Fatma Alsagaf" userId="ef587b5e-378a-4bb3-aa9f-3c15b98138a4" providerId="ADAL" clId="{1D674CAD-0467-4497-ACC2-1332A3BF7A8F}" dt="2023-09-26T19:11:45.858" v="86" actId="26606"/>
          <ac:spMkLst>
            <pc:docMk/>
            <pc:sldMk cId="410760740" sldId="284"/>
            <ac:spMk id="1064" creationId="{11156773-3FB3-46D9-9F87-821287404830}"/>
          </ac:spMkLst>
        </pc:spChg>
        <pc:spChg chg="add del">
          <ac:chgData name="Fatma Alsagaf" userId="ef587b5e-378a-4bb3-aa9f-3c15b98138a4" providerId="ADAL" clId="{1D674CAD-0467-4497-ACC2-1332A3BF7A8F}" dt="2023-09-26T19:07:50.249" v="61" actId="26606"/>
          <ac:spMkLst>
            <pc:docMk/>
            <pc:sldMk cId="410760740" sldId="284"/>
            <ac:spMk id="1065" creationId="{F0AED851-54B9-4765-92D2-F0BE443BEC91}"/>
          </ac:spMkLst>
        </pc:spChg>
        <pc:spChg chg="add del">
          <ac:chgData name="Fatma Alsagaf" userId="ef587b5e-378a-4bb3-aa9f-3c15b98138a4" providerId="ADAL" clId="{1D674CAD-0467-4497-ACC2-1332A3BF7A8F}" dt="2023-09-26T19:07:50.249" v="61" actId="26606"/>
          <ac:spMkLst>
            <pc:docMk/>
            <pc:sldMk cId="410760740" sldId="284"/>
            <ac:spMk id="1066" creationId="{B81933D1-5615-42C7-9C0B-4EB7105CCE2D}"/>
          </ac:spMkLst>
        </pc:spChg>
        <pc:spChg chg="add del">
          <ac:chgData name="Fatma Alsagaf" userId="ef587b5e-378a-4bb3-aa9f-3c15b98138a4" providerId="ADAL" clId="{1D674CAD-0467-4497-ACC2-1332A3BF7A8F}" dt="2023-09-26T19:07:50.249" v="61" actId="26606"/>
          <ac:spMkLst>
            <pc:docMk/>
            <pc:sldMk cId="410760740" sldId="284"/>
            <ac:spMk id="1067" creationId="{19C9EAEA-39D0-4B0E-A0EB-51E7B26740B1}"/>
          </ac:spMkLst>
        </pc:spChg>
        <pc:spChg chg="add del">
          <ac:chgData name="Fatma Alsagaf" userId="ef587b5e-378a-4bb3-aa9f-3c15b98138a4" providerId="ADAL" clId="{1D674CAD-0467-4497-ACC2-1332A3BF7A8F}" dt="2023-09-26T19:11:47.476" v="88" actId="26606"/>
          <ac:spMkLst>
            <pc:docMk/>
            <pc:sldMk cId="410760740" sldId="284"/>
            <ac:spMk id="1069" creationId="{78BA5F19-D5E1-4ECC-BEC2-DF7AEDFD7C50}"/>
          </ac:spMkLst>
        </pc:spChg>
        <pc:spChg chg="add del">
          <ac:chgData name="Fatma Alsagaf" userId="ef587b5e-378a-4bb3-aa9f-3c15b98138a4" providerId="ADAL" clId="{1D674CAD-0467-4497-ACC2-1332A3BF7A8F}" dt="2023-09-26T19:11:47.476" v="88" actId="26606"/>
          <ac:spMkLst>
            <pc:docMk/>
            <pc:sldMk cId="410760740" sldId="284"/>
            <ac:spMk id="1070" creationId="{50CC88A9-A661-4C48-866E-8734E51140B1}"/>
          </ac:spMkLst>
        </pc:spChg>
        <pc:spChg chg="add del">
          <ac:chgData name="Fatma Alsagaf" userId="ef587b5e-378a-4bb3-aa9f-3c15b98138a4" providerId="ADAL" clId="{1D674CAD-0467-4497-ACC2-1332A3BF7A8F}" dt="2023-09-26T19:11:47.476" v="88" actId="26606"/>
          <ac:spMkLst>
            <pc:docMk/>
            <pc:sldMk cId="410760740" sldId="284"/>
            <ac:spMk id="1071" creationId="{CFDF195F-784B-4D00-8C92-6FC1B0499EA1}"/>
          </ac:spMkLst>
        </pc:spChg>
        <pc:spChg chg="add del">
          <ac:chgData name="Fatma Alsagaf" userId="ef587b5e-378a-4bb3-aa9f-3c15b98138a4" providerId="ADAL" clId="{1D674CAD-0467-4497-ACC2-1332A3BF7A8F}" dt="2023-09-26T19:11:49.626" v="90" actId="26606"/>
          <ac:spMkLst>
            <pc:docMk/>
            <pc:sldMk cId="410760740" sldId="284"/>
            <ac:spMk id="1073" creationId="{197C305C-0E98-44D5-A930-21F23CC52F93}"/>
          </ac:spMkLst>
        </pc:spChg>
        <pc:spChg chg="add del">
          <ac:chgData name="Fatma Alsagaf" userId="ef587b5e-378a-4bb3-aa9f-3c15b98138a4" providerId="ADAL" clId="{1D674CAD-0467-4497-ACC2-1332A3BF7A8F}" dt="2023-09-26T19:11:49.626" v="90" actId="26606"/>
          <ac:spMkLst>
            <pc:docMk/>
            <pc:sldMk cId="410760740" sldId="284"/>
            <ac:spMk id="1074" creationId="{A3473CF9-37EB-43E7-89EF-D2D1C53D1DAC}"/>
          </ac:spMkLst>
        </pc:spChg>
        <pc:spChg chg="add del">
          <ac:chgData name="Fatma Alsagaf" userId="ef587b5e-378a-4bb3-aa9f-3c15b98138a4" providerId="ADAL" clId="{1D674CAD-0467-4497-ACC2-1332A3BF7A8F}" dt="2023-09-26T19:11:49.626" v="90" actId="26606"/>
          <ac:spMkLst>
            <pc:docMk/>
            <pc:sldMk cId="410760740" sldId="284"/>
            <ac:spMk id="1075" creationId="{586B4EF9-43BA-4655-A6FF-1D8E21574C95}"/>
          </ac:spMkLst>
        </pc:spChg>
        <pc:spChg chg="add del">
          <ac:chgData name="Fatma Alsagaf" userId="ef587b5e-378a-4bb3-aa9f-3c15b98138a4" providerId="ADAL" clId="{1D674CAD-0467-4497-ACC2-1332A3BF7A8F}" dt="2023-09-26T19:11:51.552" v="92" actId="26606"/>
          <ac:spMkLst>
            <pc:docMk/>
            <pc:sldMk cId="410760740" sldId="284"/>
            <ac:spMk id="1077" creationId="{8870DEF6-46A2-D4F8-8BE6-91165D93ECC4}"/>
          </ac:spMkLst>
        </pc:spChg>
        <pc:spChg chg="add del">
          <ac:chgData name="Fatma Alsagaf" userId="ef587b5e-378a-4bb3-aa9f-3c15b98138a4" providerId="ADAL" clId="{1D674CAD-0467-4497-ACC2-1332A3BF7A8F}" dt="2023-09-26T19:12:08.717" v="94" actId="26606"/>
          <ac:spMkLst>
            <pc:docMk/>
            <pc:sldMk cId="410760740" sldId="284"/>
            <ac:spMk id="1080" creationId="{4037C1C0-FADA-40C7-B923-037899A24F09}"/>
          </ac:spMkLst>
        </pc:spChg>
        <pc:spChg chg="add del">
          <ac:chgData name="Fatma Alsagaf" userId="ef587b5e-378a-4bb3-aa9f-3c15b98138a4" providerId="ADAL" clId="{1D674CAD-0467-4497-ACC2-1332A3BF7A8F}" dt="2023-09-26T19:12:08.717" v="94" actId="26606"/>
          <ac:spMkLst>
            <pc:docMk/>
            <pc:sldMk cId="410760740" sldId="284"/>
            <ac:spMk id="1081" creationId="{E2B33195-5BCA-4BB7-A82D-6739522687DD}"/>
          </ac:spMkLst>
        </pc:spChg>
        <pc:spChg chg="add del">
          <ac:chgData name="Fatma Alsagaf" userId="ef587b5e-378a-4bb3-aa9f-3c15b98138a4" providerId="ADAL" clId="{1D674CAD-0467-4497-ACC2-1332A3BF7A8F}" dt="2023-09-26T19:12:08.717" v="94" actId="26606"/>
          <ac:spMkLst>
            <pc:docMk/>
            <pc:sldMk cId="410760740" sldId="284"/>
            <ac:spMk id="1082" creationId="{CF8AD9F3-9AF6-494F-83A3-2F677563935C}"/>
          </ac:spMkLst>
        </pc:spChg>
        <pc:spChg chg="add del">
          <ac:chgData name="Fatma Alsagaf" userId="ef587b5e-378a-4bb3-aa9f-3c15b98138a4" providerId="ADAL" clId="{1D674CAD-0467-4497-ACC2-1332A3BF7A8F}" dt="2023-09-26T19:12:08.717" v="94" actId="26606"/>
          <ac:spMkLst>
            <pc:docMk/>
            <pc:sldMk cId="410760740" sldId="284"/>
            <ac:spMk id="1083" creationId="{0DA5DB8B-7E5C-4ABC-8069-A9A8806F3976}"/>
          </ac:spMkLst>
        </pc:spChg>
        <pc:spChg chg="add del">
          <ac:chgData name="Fatma Alsagaf" userId="ef587b5e-378a-4bb3-aa9f-3c15b98138a4" providerId="ADAL" clId="{1D674CAD-0467-4497-ACC2-1332A3BF7A8F}" dt="2023-09-26T19:16:45.362" v="144" actId="26606"/>
          <ac:spMkLst>
            <pc:docMk/>
            <pc:sldMk cId="410760740" sldId="284"/>
            <ac:spMk id="1091" creationId="{2F4C03CF-76AD-2B9F-7EAC-BD21772B9CA2}"/>
          </ac:spMkLst>
        </pc:spChg>
        <pc:spChg chg="add del">
          <ac:chgData name="Fatma Alsagaf" userId="ef587b5e-378a-4bb3-aa9f-3c15b98138a4" providerId="ADAL" clId="{1D674CAD-0467-4497-ACC2-1332A3BF7A8F}" dt="2023-09-26T19:16:45.362" v="144" actId="26606"/>
          <ac:spMkLst>
            <pc:docMk/>
            <pc:sldMk cId="410760740" sldId="284"/>
            <ac:spMk id="1093" creationId="{D9459D69-81E2-5DEC-98A2-EF3BBA4EAC19}"/>
          </ac:spMkLst>
        </pc:spChg>
        <pc:spChg chg="add del">
          <ac:chgData name="Fatma Alsagaf" userId="ef587b5e-378a-4bb3-aa9f-3c15b98138a4" providerId="ADAL" clId="{1D674CAD-0467-4497-ACC2-1332A3BF7A8F}" dt="2023-09-26T19:16:48.721" v="154" actId="26606"/>
          <ac:spMkLst>
            <pc:docMk/>
            <pc:sldMk cId="410760740" sldId="284"/>
            <ac:spMk id="1102" creationId="{C7163242-6303-46DC-BAC1-2A204F061321}"/>
          </ac:spMkLst>
        </pc:spChg>
        <pc:spChg chg="add del">
          <ac:chgData name="Fatma Alsagaf" userId="ef587b5e-378a-4bb3-aa9f-3c15b98138a4" providerId="ADAL" clId="{1D674CAD-0467-4497-ACC2-1332A3BF7A8F}" dt="2023-09-26T19:16:48.721" v="154" actId="26606"/>
          <ac:spMkLst>
            <pc:docMk/>
            <pc:sldMk cId="410760740" sldId="284"/>
            <ac:spMk id="1103" creationId="{AC8EEB0F-BA72-49AC-956F-331B60FDE79E}"/>
          </ac:spMkLst>
        </pc:spChg>
        <pc:spChg chg="add del">
          <ac:chgData name="Fatma Alsagaf" userId="ef587b5e-378a-4bb3-aa9f-3c15b98138a4" providerId="ADAL" clId="{1D674CAD-0467-4497-ACC2-1332A3BF7A8F}" dt="2023-09-26T19:16:48.721" v="154" actId="26606"/>
          <ac:spMkLst>
            <pc:docMk/>
            <pc:sldMk cId="410760740" sldId="284"/>
            <ac:spMk id="1104" creationId="{805C4C40-D70E-4C4F-B228-98A0A6132603}"/>
          </ac:spMkLst>
        </pc:spChg>
        <pc:spChg chg="add del">
          <ac:chgData name="Fatma Alsagaf" userId="ef587b5e-378a-4bb3-aa9f-3c15b98138a4" providerId="ADAL" clId="{1D674CAD-0467-4497-ACC2-1332A3BF7A8F}" dt="2023-09-26T19:16:48.721" v="154" actId="26606"/>
          <ac:spMkLst>
            <pc:docMk/>
            <pc:sldMk cId="410760740" sldId="284"/>
            <ac:spMk id="1105" creationId="{8CC700D5-9809-43F4-89D5-7DBBCB0DCC10}"/>
          </ac:spMkLst>
        </pc:spChg>
        <pc:spChg chg="add del">
          <ac:chgData name="Fatma Alsagaf" userId="ef587b5e-378a-4bb3-aa9f-3c15b98138a4" providerId="ADAL" clId="{1D674CAD-0467-4497-ACC2-1332A3BF7A8F}" dt="2023-09-26T19:15:42.667" v="127" actId="26606"/>
          <ac:spMkLst>
            <pc:docMk/>
            <pc:sldMk cId="410760740" sldId="284"/>
            <ac:spMk id="1113" creationId="{AC8EEB0F-BA72-49AC-956F-331B60FDE79E}"/>
          </ac:spMkLst>
        </pc:spChg>
        <pc:spChg chg="add del">
          <ac:chgData name="Fatma Alsagaf" userId="ef587b5e-378a-4bb3-aa9f-3c15b98138a4" providerId="ADAL" clId="{1D674CAD-0467-4497-ACC2-1332A3BF7A8F}" dt="2023-09-26T19:15:42.667" v="127" actId="26606"/>
          <ac:spMkLst>
            <pc:docMk/>
            <pc:sldMk cId="410760740" sldId="284"/>
            <ac:spMk id="1115" creationId="{8CC700D5-9809-43F4-89D5-7DBBCB0DCC10}"/>
          </ac:spMkLst>
        </pc:spChg>
        <pc:spChg chg="add del">
          <ac:chgData name="Fatma Alsagaf" userId="ef587b5e-378a-4bb3-aa9f-3c15b98138a4" providerId="ADAL" clId="{1D674CAD-0467-4497-ACC2-1332A3BF7A8F}" dt="2023-09-26T19:15:42.667" v="127" actId="26606"/>
          <ac:spMkLst>
            <pc:docMk/>
            <pc:sldMk cId="410760740" sldId="284"/>
            <ac:spMk id="1117" creationId="{C7163242-6303-46DC-BAC1-2A204F061321}"/>
          </ac:spMkLst>
        </pc:spChg>
        <pc:spChg chg="add del">
          <ac:chgData name="Fatma Alsagaf" userId="ef587b5e-378a-4bb3-aa9f-3c15b98138a4" providerId="ADAL" clId="{1D674CAD-0467-4497-ACC2-1332A3BF7A8F}" dt="2023-09-26T19:15:42.667" v="127" actId="26606"/>
          <ac:spMkLst>
            <pc:docMk/>
            <pc:sldMk cId="410760740" sldId="284"/>
            <ac:spMk id="1119" creationId="{805C4C40-D70E-4C4F-B228-98A0A6132603}"/>
          </ac:spMkLst>
        </pc:spChg>
        <pc:spChg chg="add del">
          <ac:chgData name="Fatma Alsagaf" userId="ef587b5e-378a-4bb3-aa9f-3c15b98138a4" providerId="ADAL" clId="{1D674CAD-0467-4497-ACC2-1332A3BF7A8F}" dt="2023-09-26T19:16:48.721" v="154" actId="26606"/>
          <ac:spMkLst>
            <pc:docMk/>
            <pc:sldMk cId="410760740" sldId="284"/>
            <ac:spMk id="1125" creationId="{0DBF1ABE-8590-450D-BB49-BDDCCF3EEA9E}"/>
          </ac:spMkLst>
        </pc:spChg>
        <pc:spChg chg="add del">
          <ac:chgData name="Fatma Alsagaf" userId="ef587b5e-378a-4bb3-aa9f-3c15b98138a4" providerId="ADAL" clId="{1D674CAD-0467-4497-ACC2-1332A3BF7A8F}" dt="2023-09-26T19:16:48.721" v="154" actId="26606"/>
          <ac:spMkLst>
            <pc:docMk/>
            <pc:sldMk cId="410760740" sldId="284"/>
            <ac:spMk id="1126" creationId="{7CCB11B8-8FE9-4239-8A0C-4A296B66CEB6}"/>
          </ac:spMkLst>
        </pc:spChg>
        <pc:spChg chg="add del">
          <ac:chgData name="Fatma Alsagaf" userId="ef587b5e-378a-4bb3-aa9f-3c15b98138a4" providerId="ADAL" clId="{1D674CAD-0467-4497-ACC2-1332A3BF7A8F}" dt="2023-09-26T19:16:48.721" v="154" actId="26606"/>
          <ac:spMkLst>
            <pc:docMk/>
            <pc:sldMk cId="410760740" sldId="284"/>
            <ac:spMk id="1127" creationId="{FBA7E51E-7B6A-4A79-8F84-47C845C7A2CC}"/>
          </ac:spMkLst>
        </pc:spChg>
        <pc:spChg chg="add del">
          <ac:chgData name="Fatma Alsagaf" userId="ef587b5e-378a-4bb3-aa9f-3c15b98138a4" providerId="ADAL" clId="{1D674CAD-0467-4497-ACC2-1332A3BF7A8F}" dt="2023-09-26T19:16:48.721" v="154" actId="26606"/>
          <ac:spMkLst>
            <pc:docMk/>
            <pc:sldMk cId="410760740" sldId="284"/>
            <ac:spMk id="1128" creationId="{FA218BCC-FC3A-4169-BEA9-B82E710283D1}"/>
          </ac:spMkLst>
        </pc:spChg>
        <pc:grpChg chg="add del">
          <ac:chgData name="Fatma Alsagaf" userId="ef587b5e-378a-4bb3-aa9f-3c15b98138a4" providerId="ADAL" clId="{1D674CAD-0467-4497-ACC2-1332A3BF7A8F}" dt="2023-09-26T19:11:16.693" v="78" actId="26606"/>
          <ac:grpSpMkLst>
            <pc:docMk/>
            <pc:sldMk cId="410760740" sldId="284"/>
            <ac:grpSpMk id="1032" creationId="{4FAA5DCB-E796-5631-BEDF-C3538DF184E0}"/>
          </ac:grpSpMkLst>
        </pc:grpChg>
        <pc:grpChg chg="add del">
          <ac:chgData name="Fatma Alsagaf" userId="ef587b5e-378a-4bb3-aa9f-3c15b98138a4" providerId="ADAL" clId="{1D674CAD-0467-4497-ACC2-1332A3BF7A8F}" dt="2023-09-26T19:11:22.979" v="80" actId="26606"/>
          <ac:grpSpMkLst>
            <pc:docMk/>
            <pc:sldMk cId="410760740" sldId="284"/>
            <ac:grpSpMk id="1041" creationId="{AC0B7807-0C83-4963-821A-69B172722E49}"/>
          </ac:grpSpMkLst>
        </pc:grpChg>
        <pc:grpChg chg="add del">
          <ac:chgData name="Fatma Alsagaf" userId="ef587b5e-378a-4bb3-aa9f-3c15b98138a4" providerId="ADAL" clId="{1D674CAD-0467-4497-ACC2-1332A3BF7A8F}" dt="2023-09-26T19:11:24.578" v="82" actId="26606"/>
          <ac:grpSpMkLst>
            <pc:docMk/>
            <pc:sldMk cId="410760740" sldId="284"/>
            <ac:grpSpMk id="1047" creationId="{CB018903-3549-4A3B-A9DF-B26757CAA9C6}"/>
          </ac:grpSpMkLst>
        </pc:grpChg>
        <pc:grpChg chg="add del">
          <ac:chgData name="Fatma Alsagaf" userId="ef587b5e-378a-4bb3-aa9f-3c15b98138a4" providerId="ADAL" clId="{1D674CAD-0467-4497-ACC2-1332A3BF7A8F}" dt="2023-09-26T19:07:50.249" v="61" actId="26606"/>
          <ac:grpSpMkLst>
            <pc:docMk/>
            <pc:sldMk cId="410760740" sldId="284"/>
            <ac:grpSpMk id="1068" creationId="{032D8612-31EB-44CF-A1D0-14FD4C705424}"/>
          </ac:grpSpMkLst>
        </pc:grpChg>
        <pc:grpChg chg="add del">
          <ac:chgData name="Fatma Alsagaf" userId="ef587b5e-378a-4bb3-aa9f-3c15b98138a4" providerId="ADAL" clId="{1D674CAD-0467-4497-ACC2-1332A3BF7A8F}" dt="2023-09-26T19:16:44.024" v="143" actId="26606"/>
          <ac:grpSpMkLst>
            <pc:docMk/>
            <pc:sldMk cId="410760740" sldId="284"/>
            <ac:grpSpMk id="1085" creationId="{4FAA5DCB-E796-5631-BEDF-C3538DF184E0}"/>
          </ac:grpSpMkLst>
        </pc:grpChg>
        <pc:grpChg chg="add del">
          <ac:chgData name="Fatma Alsagaf" userId="ef587b5e-378a-4bb3-aa9f-3c15b98138a4" providerId="ADAL" clId="{1D674CAD-0467-4497-ACC2-1332A3BF7A8F}" dt="2023-09-26T19:14:53.314" v="113" actId="26606"/>
          <ac:grpSpMkLst>
            <pc:docMk/>
            <pc:sldMk cId="410760740" sldId="284"/>
            <ac:grpSpMk id="1098" creationId="{4FAA5DCB-E796-5631-BEDF-C3538DF184E0}"/>
          </ac:grpSpMkLst>
        </pc:grpChg>
        <pc:grpChg chg="add del">
          <ac:chgData name="Fatma Alsagaf" userId="ef587b5e-378a-4bb3-aa9f-3c15b98138a4" providerId="ADAL" clId="{1D674CAD-0467-4497-ACC2-1332A3BF7A8F}" dt="2023-09-26T19:16:48.721" v="154" actId="26606"/>
          <ac:grpSpMkLst>
            <pc:docMk/>
            <pc:sldMk cId="410760740" sldId="284"/>
            <ac:grpSpMk id="1106" creationId="{06536C0D-2219-44F1-94EC-B9A56501DB36}"/>
          </ac:grpSpMkLst>
        </pc:grpChg>
        <pc:grpChg chg="add del">
          <ac:chgData name="Fatma Alsagaf" userId="ef587b5e-378a-4bb3-aa9f-3c15b98138a4" providerId="ADAL" clId="{1D674CAD-0467-4497-ACC2-1332A3BF7A8F}" dt="2023-09-26T19:15:42.667" v="127" actId="26606"/>
          <ac:grpSpMkLst>
            <pc:docMk/>
            <pc:sldMk cId="410760740" sldId="284"/>
            <ac:grpSpMk id="1121" creationId="{06536C0D-2219-44F1-94EC-B9A56501DB36}"/>
          </ac:grpSpMkLst>
        </pc:grpChg>
        <pc:picChg chg="add del mod">
          <ac:chgData name="Fatma Alsagaf" userId="ef587b5e-378a-4bb3-aa9f-3c15b98138a4" providerId="ADAL" clId="{1D674CAD-0467-4497-ACC2-1332A3BF7A8F}" dt="2023-09-26T19:16:47.801" v="151" actId="478"/>
          <ac:picMkLst>
            <pc:docMk/>
            <pc:sldMk cId="410760740" sldId="284"/>
            <ac:picMk id="3" creationId="{8ABB767F-41BF-4F6B-485B-8B61D57338AC}"/>
          </ac:picMkLst>
        </pc:picChg>
        <pc:picChg chg="add del mod">
          <ac:chgData name="Fatma Alsagaf" userId="ef587b5e-378a-4bb3-aa9f-3c15b98138a4" providerId="ADAL" clId="{1D674CAD-0467-4497-ACC2-1332A3BF7A8F}" dt="2023-09-26T19:16:47.798" v="150" actId="478"/>
          <ac:picMkLst>
            <pc:docMk/>
            <pc:sldMk cId="410760740" sldId="284"/>
            <ac:picMk id="4" creationId="{2B042662-874D-11E1-72D3-2EC1BC87AB05}"/>
          </ac:picMkLst>
        </pc:picChg>
        <pc:picChg chg="add del mod">
          <ac:chgData name="Fatma Alsagaf" userId="ef587b5e-378a-4bb3-aa9f-3c15b98138a4" providerId="ADAL" clId="{1D674CAD-0467-4497-ACC2-1332A3BF7A8F}" dt="2023-09-26T19:16:48.721" v="154" actId="26606"/>
          <ac:picMkLst>
            <pc:docMk/>
            <pc:sldMk cId="410760740" sldId="284"/>
            <ac:picMk id="5" creationId="{7EB1F1DB-3707-4F84-20D0-34F437D57222}"/>
          </ac:picMkLst>
        </pc:picChg>
        <pc:picChg chg="add del mod">
          <ac:chgData name="Fatma Alsagaf" userId="ef587b5e-378a-4bb3-aa9f-3c15b98138a4" providerId="ADAL" clId="{1D674CAD-0467-4497-ACC2-1332A3BF7A8F}" dt="2023-09-26T19:04:40.676" v="35" actId="478"/>
          <ac:picMkLst>
            <pc:docMk/>
            <pc:sldMk cId="410760740" sldId="284"/>
            <ac:picMk id="1026" creationId="{92258F12-2891-C3D6-5F26-4B0C9ED1823A}"/>
          </ac:picMkLst>
        </pc:picChg>
        <pc:picChg chg="add del mod ord">
          <ac:chgData name="Fatma Alsagaf" userId="ef587b5e-378a-4bb3-aa9f-3c15b98138a4" providerId="ADAL" clId="{1D674CAD-0467-4497-ACC2-1332A3BF7A8F}" dt="2023-09-26T19:16:45.796" v="145" actId="478"/>
          <ac:picMkLst>
            <pc:docMk/>
            <pc:sldMk cId="410760740" sldId="284"/>
            <ac:picMk id="1028" creationId="{115F02B3-B822-4F47-85D9-439E991CDD4E}"/>
          </ac:picMkLst>
        </pc:picChg>
        <pc:picChg chg="add mod ord">
          <ac:chgData name="Fatma Alsagaf" userId="ef587b5e-378a-4bb3-aa9f-3c15b98138a4" providerId="ADAL" clId="{1D674CAD-0467-4497-ACC2-1332A3BF7A8F}" dt="2023-09-26T19:16:48.721" v="154" actId="26606"/>
          <ac:picMkLst>
            <pc:docMk/>
            <pc:sldMk cId="410760740" sldId="284"/>
            <ac:picMk id="1030" creationId="{F4A1B0BC-9BEE-C90F-1329-AB104D9A647B}"/>
          </ac:picMkLst>
        </pc:picChg>
        <pc:cxnChg chg="add del">
          <ac:chgData name="Fatma Alsagaf" userId="ef587b5e-378a-4bb3-aa9f-3c15b98138a4" providerId="ADAL" clId="{1D674CAD-0467-4497-ACC2-1332A3BF7A8F}" dt="2023-09-26T19:05:01.043" v="38" actId="26606"/>
          <ac:cxnSpMkLst>
            <pc:docMk/>
            <pc:sldMk cId="410760740" sldId="284"/>
            <ac:cxnSpMk id="1035" creationId="{AA2EAA10-076F-46BD-8F0F-B9A2FB77A85C}"/>
          </ac:cxnSpMkLst>
        </pc:cxnChg>
        <pc:cxnChg chg="add del">
          <ac:chgData name="Fatma Alsagaf" userId="ef587b5e-378a-4bb3-aa9f-3c15b98138a4" providerId="ADAL" clId="{1D674CAD-0467-4497-ACC2-1332A3BF7A8F}" dt="2023-09-26T19:05:01.043" v="38" actId="26606"/>
          <ac:cxnSpMkLst>
            <pc:docMk/>
            <pc:sldMk cId="410760740" sldId="284"/>
            <ac:cxnSpMk id="1037" creationId="{D891E407-403B-4764-86C9-33A56D3BCAA3}"/>
          </ac:cxnSpMkLst>
        </pc:cxnChg>
        <pc:cxnChg chg="add del">
          <ac:chgData name="Fatma Alsagaf" userId="ef587b5e-378a-4bb3-aa9f-3c15b98138a4" providerId="ADAL" clId="{1D674CAD-0467-4497-ACC2-1332A3BF7A8F}" dt="2023-09-26T19:11:51.552" v="92" actId="26606"/>
          <ac:cxnSpMkLst>
            <pc:docMk/>
            <pc:sldMk cId="410760740" sldId="284"/>
            <ac:cxnSpMk id="1078" creationId="{8748256A-88AC-4254-406B-0E8EE2CC2B50}"/>
          </ac:cxnSpMkLst>
        </pc:cxnChg>
      </pc:sldChg>
      <pc:sldChg chg="addSp delSp modSp new del mod setBg">
        <pc:chgData name="Fatma Alsagaf" userId="ef587b5e-378a-4bb3-aa9f-3c15b98138a4" providerId="ADAL" clId="{1D674CAD-0467-4497-ACC2-1332A3BF7A8F}" dt="2023-09-26T19:17:12.521" v="156" actId="47"/>
        <pc:sldMkLst>
          <pc:docMk/>
          <pc:sldMk cId="3486169372" sldId="285"/>
        </pc:sldMkLst>
        <pc:spChg chg="mod ord">
          <ac:chgData name="Fatma Alsagaf" userId="ef587b5e-378a-4bb3-aa9f-3c15b98138a4" providerId="ADAL" clId="{1D674CAD-0467-4497-ACC2-1332A3BF7A8F}" dt="2023-09-26T19:16:43.940" v="142" actId="26606"/>
          <ac:spMkLst>
            <pc:docMk/>
            <pc:sldMk cId="3486169372" sldId="285"/>
            <ac:spMk id="2" creationId="{D7E493F4-8E86-53D7-C8FB-CF9901AA0F8D}"/>
          </ac:spMkLst>
        </pc:spChg>
        <pc:spChg chg="add del">
          <ac:chgData name="Fatma Alsagaf" userId="ef587b5e-378a-4bb3-aa9f-3c15b98138a4" providerId="ADAL" clId="{1D674CAD-0467-4497-ACC2-1332A3BF7A8F}" dt="2023-09-26T19:12:57.110" v="97" actId="26606"/>
          <ac:spMkLst>
            <pc:docMk/>
            <pc:sldMk cId="3486169372" sldId="285"/>
            <ac:spMk id="2059" creationId="{4D4677D2-D5AC-4CF9-9EED-2B89D0A1C212}"/>
          </ac:spMkLst>
        </pc:spChg>
        <pc:spChg chg="add del">
          <ac:chgData name="Fatma Alsagaf" userId="ef587b5e-378a-4bb3-aa9f-3c15b98138a4" providerId="ADAL" clId="{1D674CAD-0467-4497-ACC2-1332A3BF7A8F}" dt="2023-09-26T19:12:57.110" v="97" actId="26606"/>
          <ac:spMkLst>
            <pc:docMk/>
            <pc:sldMk cId="3486169372" sldId="285"/>
            <ac:spMk id="2061" creationId="{AF695F69-7001-421E-98A8-E74156934A51}"/>
          </ac:spMkLst>
        </pc:spChg>
        <pc:spChg chg="add del">
          <ac:chgData name="Fatma Alsagaf" userId="ef587b5e-378a-4bb3-aa9f-3c15b98138a4" providerId="ADAL" clId="{1D674CAD-0467-4497-ACC2-1332A3BF7A8F}" dt="2023-09-26T19:13:16.445" v="101" actId="26606"/>
          <ac:spMkLst>
            <pc:docMk/>
            <pc:sldMk cId="3486169372" sldId="285"/>
            <ac:spMk id="2066" creationId="{A8CCCB6D-5162-4AAE-A5E3-3AC55410DBCE}"/>
          </ac:spMkLst>
        </pc:spChg>
        <pc:spChg chg="add del">
          <ac:chgData name="Fatma Alsagaf" userId="ef587b5e-378a-4bb3-aa9f-3c15b98138a4" providerId="ADAL" clId="{1D674CAD-0467-4497-ACC2-1332A3BF7A8F}" dt="2023-09-26T19:13:16.445" v="101" actId="26606"/>
          <ac:spMkLst>
            <pc:docMk/>
            <pc:sldMk cId="3486169372" sldId="285"/>
            <ac:spMk id="2067" creationId="{0BCD8C04-CC7B-40EF-82EB-E9821F79BB86}"/>
          </ac:spMkLst>
        </pc:spChg>
        <pc:spChg chg="add del">
          <ac:chgData name="Fatma Alsagaf" userId="ef587b5e-378a-4bb3-aa9f-3c15b98138a4" providerId="ADAL" clId="{1D674CAD-0467-4497-ACC2-1332A3BF7A8F}" dt="2023-09-26T19:13:19.266" v="103" actId="26606"/>
          <ac:spMkLst>
            <pc:docMk/>
            <pc:sldMk cId="3486169372" sldId="285"/>
            <ac:spMk id="2069" creationId="{A061BA2E-A388-41C5-B73A-B0FEB6B1029D}"/>
          </ac:spMkLst>
        </pc:spChg>
        <pc:spChg chg="add del">
          <ac:chgData name="Fatma Alsagaf" userId="ef587b5e-378a-4bb3-aa9f-3c15b98138a4" providerId="ADAL" clId="{1D674CAD-0467-4497-ACC2-1332A3BF7A8F}" dt="2023-09-26T19:13:19.266" v="103" actId="26606"/>
          <ac:spMkLst>
            <pc:docMk/>
            <pc:sldMk cId="3486169372" sldId="285"/>
            <ac:spMk id="2070" creationId="{76E192A2-3ED3-4081-8A86-A22B5114178F}"/>
          </ac:spMkLst>
        </pc:spChg>
        <pc:spChg chg="add del">
          <ac:chgData name="Fatma Alsagaf" userId="ef587b5e-378a-4bb3-aa9f-3c15b98138a4" providerId="ADAL" clId="{1D674CAD-0467-4497-ACC2-1332A3BF7A8F}" dt="2023-09-26T19:13:19.266" v="103" actId="26606"/>
          <ac:spMkLst>
            <pc:docMk/>
            <pc:sldMk cId="3486169372" sldId="285"/>
            <ac:spMk id="2071" creationId="{79F40191-0F44-4FD1-82CC-ACB507C14BE6}"/>
          </ac:spMkLst>
        </pc:spChg>
        <pc:spChg chg="add del">
          <ac:chgData name="Fatma Alsagaf" userId="ef587b5e-378a-4bb3-aa9f-3c15b98138a4" providerId="ADAL" clId="{1D674CAD-0467-4497-ACC2-1332A3BF7A8F}" dt="2023-09-26T19:13:26.491" v="105" actId="26606"/>
          <ac:spMkLst>
            <pc:docMk/>
            <pc:sldMk cId="3486169372" sldId="285"/>
            <ac:spMk id="2073" creationId="{3A930249-8242-4E2B-AF17-C01826488321}"/>
          </ac:spMkLst>
        </pc:spChg>
        <pc:spChg chg="add del">
          <ac:chgData name="Fatma Alsagaf" userId="ef587b5e-378a-4bb3-aa9f-3c15b98138a4" providerId="ADAL" clId="{1D674CAD-0467-4497-ACC2-1332A3BF7A8F}" dt="2023-09-26T19:13:26.491" v="105" actId="26606"/>
          <ac:spMkLst>
            <pc:docMk/>
            <pc:sldMk cId="3486169372" sldId="285"/>
            <ac:spMk id="2074" creationId="{A5BDD999-C5E1-4B3E-A710-768673819165}"/>
          </ac:spMkLst>
        </pc:spChg>
        <pc:spChg chg="add del">
          <ac:chgData name="Fatma Alsagaf" userId="ef587b5e-378a-4bb3-aa9f-3c15b98138a4" providerId="ADAL" clId="{1D674CAD-0467-4497-ACC2-1332A3BF7A8F}" dt="2023-09-26T19:13:36.481" v="107" actId="26606"/>
          <ac:spMkLst>
            <pc:docMk/>
            <pc:sldMk cId="3486169372" sldId="285"/>
            <ac:spMk id="2075" creationId="{1A4A4089-D056-4220-9E48-9C1A6B506789}"/>
          </ac:spMkLst>
        </pc:spChg>
        <pc:spChg chg="add del">
          <ac:chgData name="Fatma Alsagaf" userId="ef587b5e-378a-4bb3-aa9f-3c15b98138a4" providerId="ADAL" clId="{1D674CAD-0467-4497-ACC2-1332A3BF7A8F}" dt="2023-09-26T19:13:36.481" v="107" actId="26606"/>
          <ac:spMkLst>
            <pc:docMk/>
            <pc:sldMk cId="3486169372" sldId="285"/>
            <ac:spMk id="2076" creationId="{4D313860-A922-4FA4-B5E2-E8871F105E01}"/>
          </ac:spMkLst>
        </pc:spChg>
        <pc:spChg chg="add del">
          <ac:chgData name="Fatma Alsagaf" userId="ef587b5e-378a-4bb3-aa9f-3c15b98138a4" providerId="ADAL" clId="{1D674CAD-0467-4497-ACC2-1332A3BF7A8F}" dt="2023-09-26T19:13:36.481" v="107" actId="26606"/>
          <ac:spMkLst>
            <pc:docMk/>
            <pc:sldMk cId="3486169372" sldId="285"/>
            <ac:spMk id="2077" creationId="{6FD0FBFA-B43E-40C1-A6E4-B88234171E7A}"/>
          </ac:spMkLst>
        </pc:spChg>
        <pc:spChg chg="add del">
          <ac:chgData name="Fatma Alsagaf" userId="ef587b5e-378a-4bb3-aa9f-3c15b98138a4" providerId="ADAL" clId="{1D674CAD-0467-4497-ACC2-1332A3BF7A8F}" dt="2023-09-26T19:13:36.481" v="107" actId="26606"/>
          <ac:spMkLst>
            <pc:docMk/>
            <pc:sldMk cId="3486169372" sldId="285"/>
            <ac:spMk id="2078" creationId="{499ACE06-2742-4366-B8DD-B1D27F4F3E83}"/>
          </ac:spMkLst>
        </pc:spChg>
        <pc:spChg chg="add del">
          <ac:chgData name="Fatma Alsagaf" userId="ef587b5e-378a-4bb3-aa9f-3c15b98138a4" providerId="ADAL" clId="{1D674CAD-0467-4497-ACC2-1332A3BF7A8F}" dt="2023-09-26T19:13:36.481" v="107" actId="26606"/>
          <ac:spMkLst>
            <pc:docMk/>
            <pc:sldMk cId="3486169372" sldId="285"/>
            <ac:spMk id="2079" creationId="{6802AE7A-B0C7-496D-940B-0E6C6ECC2B5B}"/>
          </ac:spMkLst>
        </pc:spChg>
        <pc:spChg chg="add del">
          <ac:chgData name="Fatma Alsagaf" userId="ef587b5e-378a-4bb3-aa9f-3c15b98138a4" providerId="ADAL" clId="{1D674CAD-0467-4497-ACC2-1332A3BF7A8F}" dt="2023-09-26T19:13:36.481" v="107" actId="26606"/>
          <ac:spMkLst>
            <pc:docMk/>
            <pc:sldMk cId="3486169372" sldId="285"/>
            <ac:spMk id="2080" creationId="{22DD1B47-C36B-4A09-A1B5-80A512623C09}"/>
          </ac:spMkLst>
        </pc:spChg>
        <pc:spChg chg="add del">
          <ac:chgData name="Fatma Alsagaf" userId="ef587b5e-378a-4bb3-aa9f-3c15b98138a4" providerId="ADAL" clId="{1D674CAD-0467-4497-ACC2-1332A3BF7A8F}" dt="2023-09-26T19:13:36.481" v="107" actId="26606"/>
          <ac:spMkLst>
            <pc:docMk/>
            <pc:sldMk cId="3486169372" sldId="285"/>
            <ac:spMk id="2081" creationId="{7ECD5C35-80E8-449F-8C7F-64975DE63EC1}"/>
          </ac:spMkLst>
        </pc:spChg>
        <pc:spChg chg="add del">
          <ac:chgData name="Fatma Alsagaf" userId="ef587b5e-378a-4bb3-aa9f-3c15b98138a4" providerId="ADAL" clId="{1D674CAD-0467-4497-ACC2-1332A3BF7A8F}" dt="2023-09-26T19:13:36.481" v="107" actId="26606"/>
          <ac:spMkLst>
            <pc:docMk/>
            <pc:sldMk cId="3486169372" sldId="285"/>
            <ac:spMk id="2082" creationId="{B998F233-1684-4EF1-9F9C-0F8EA27B0B7E}"/>
          </ac:spMkLst>
        </pc:spChg>
        <pc:spChg chg="add del">
          <ac:chgData name="Fatma Alsagaf" userId="ef587b5e-378a-4bb3-aa9f-3c15b98138a4" providerId="ADAL" clId="{1D674CAD-0467-4497-ACC2-1332A3BF7A8F}" dt="2023-09-26T19:13:38.968" v="109" actId="26606"/>
          <ac:spMkLst>
            <pc:docMk/>
            <pc:sldMk cId="3486169372" sldId="285"/>
            <ac:spMk id="2084" creationId="{FA69AAE0-49D5-4C8B-8BA2-55898C00E05E}"/>
          </ac:spMkLst>
        </pc:spChg>
        <pc:spChg chg="add del">
          <ac:chgData name="Fatma Alsagaf" userId="ef587b5e-378a-4bb3-aa9f-3c15b98138a4" providerId="ADAL" clId="{1D674CAD-0467-4497-ACC2-1332A3BF7A8F}" dt="2023-09-26T19:16:43.940" v="142" actId="26606"/>
          <ac:spMkLst>
            <pc:docMk/>
            <pc:sldMk cId="3486169372" sldId="285"/>
            <ac:spMk id="2086" creationId="{4D4677D2-D5AC-4CF9-9EED-2B89D0A1C212}"/>
          </ac:spMkLst>
        </pc:spChg>
        <pc:spChg chg="add del">
          <ac:chgData name="Fatma Alsagaf" userId="ef587b5e-378a-4bb3-aa9f-3c15b98138a4" providerId="ADAL" clId="{1D674CAD-0467-4497-ACC2-1332A3BF7A8F}" dt="2023-09-26T19:16:43.940" v="142" actId="26606"/>
          <ac:spMkLst>
            <pc:docMk/>
            <pc:sldMk cId="3486169372" sldId="285"/>
            <ac:spMk id="2087" creationId="{AF695F69-7001-421E-98A8-E74156934A51}"/>
          </ac:spMkLst>
        </pc:spChg>
        <pc:grpChg chg="add del">
          <ac:chgData name="Fatma Alsagaf" userId="ef587b5e-378a-4bb3-aa9f-3c15b98138a4" providerId="ADAL" clId="{1D674CAD-0467-4497-ACC2-1332A3BF7A8F}" dt="2023-09-26T19:13:11.138" v="99" actId="26606"/>
          <ac:grpSpMkLst>
            <pc:docMk/>
            <pc:sldMk cId="3486169372" sldId="285"/>
            <ac:grpSpMk id="2063" creationId="{38555AC8-A31F-E4F7-01BB-AEFF5E8C160A}"/>
          </ac:grpSpMkLst>
        </pc:grpChg>
        <pc:picChg chg="add del">
          <ac:chgData name="Fatma Alsagaf" userId="ef587b5e-378a-4bb3-aa9f-3c15b98138a4" providerId="ADAL" clId="{1D674CAD-0467-4497-ACC2-1332A3BF7A8F}" dt="2023-09-26T19:09:35.992" v="68" actId="478"/>
          <ac:picMkLst>
            <pc:docMk/>
            <pc:sldMk cId="3486169372" sldId="285"/>
            <ac:picMk id="2050" creationId="{9E3D81D4-03DB-0812-0FA2-4DEB6E4515D8}"/>
          </ac:picMkLst>
        </pc:picChg>
        <pc:picChg chg="add mod">
          <ac:chgData name="Fatma Alsagaf" userId="ef587b5e-378a-4bb3-aa9f-3c15b98138a4" providerId="ADAL" clId="{1D674CAD-0467-4497-ACC2-1332A3BF7A8F}" dt="2023-09-26T19:16:43.940" v="142" actId="26606"/>
          <ac:picMkLst>
            <pc:docMk/>
            <pc:sldMk cId="3486169372" sldId="285"/>
            <ac:picMk id="2052" creationId="{E2A72BEB-AA13-5ACE-BA2B-26B09A2A1769}"/>
          </ac:picMkLst>
        </pc:picChg>
        <pc:picChg chg="add mod ord">
          <ac:chgData name="Fatma Alsagaf" userId="ef587b5e-378a-4bb3-aa9f-3c15b98138a4" providerId="ADAL" clId="{1D674CAD-0467-4497-ACC2-1332A3BF7A8F}" dt="2023-09-26T19:16:43.940" v="142" actId="26606"/>
          <ac:picMkLst>
            <pc:docMk/>
            <pc:sldMk cId="3486169372" sldId="285"/>
            <ac:picMk id="2054" creationId="{82D0E1F1-DFFC-B20A-EE6D-B0A054BFB435}"/>
          </ac:picMkLst>
        </pc:picChg>
        <pc:cxnChg chg="add del">
          <ac:chgData name="Fatma Alsagaf" userId="ef587b5e-378a-4bb3-aa9f-3c15b98138a4" providerId="ADAL" clId="{1D674CAD-0467-4497-ACC2-1332A3BF7A8F}" dt="2023-09-26T19:13:36.481" v="107" actId="26606"/>
          <ac:cxnSpMkLst>
            <pc:docMk/>
            <pc:sldMk cId="3486169372" sldId="285"/>
            <ac:cxnSpMk id="2065" creationId="{A054EDF5-7644-4A95-AB88-057FAB414FEE}"/>
          </ac:cxnSpMkLst>
        </pc:cxnChg>
      </pc:sldChg>
      <pc:sldChg chg="addSp delSp modSp new mod setBg">
        <pc:chgData name="Fatma Alsagaf" userId="ef587b5e-378a-4bb3-aa9f-3c15b98138a4" providerId="ADAL" clId="{1D674CAD-0467-4497-ACC2-1332A3BF7A8F}" dt="2023-09-27T06:10:23.425" v="514" actId="1076"/>
        <pc:sldMkLst>
          <pc:docMk/>
          <pc:sldMk cId="2827677629" sldId="286"/>
        </pc:sldMkLst>
        <pc:spChg chg="del mod">
          <ac:chgData name="Fatma Alsagaf" userId="ef587b5e-378a-4bb3-aa9f-3c15b98138a4" providerId="ADAL" clId="{1D674CAD-0467-4497-ACC2-1332A3BF7A8F}" dt="2023-09-27T05:18:13.296" v="278" actId="478"/>
          <ac:spMkLst>
            <pc:docMk/>
            <pc:sldMk cId="2827677629" sldId="286"/>
            <ac:spMk id="2" creationId="{2696BF18-F94F-4AB8-EF8F-2F2D645F49C8}"/>
          </ac:spMkLst>
        </pc:spChg>
        <pc:spChg chg="add del">
          <ac:chgData name="Fatma Alsagaf" userId="ef587b5e-378a-4bb3-aa9f-3c15b98138a4" providerId="ADAL" clId="{1D674CAD-0467-4497-ACC2-1332A3BF7A8F}" dt="2023-09-27T05:15:06.601" v="267" actId="478"/>
          <ac:spMkLst>
            <pc:docMk/>
            <pc:sldMk cId="2827677629" sldId="286"/>
            <ac:spMk id="3" creationId="{51CD6D22-D73A-D191-891D-AC7DA9CE58B3}"/>
          </ac:spMkLst>
        </pc:spChg>
        <pc:spChg chg="add ord">
          <ac:chgData name="Fatma Alsagaf" userId="ef587b5e-378a-4bb3-aa9f-3c15b98138a4" providerId="ADAL" clId="{1D674CAD-0467-4497-ACC2-1332A3BF7A8F}" dt="2023-09-27T05:19:35.811" v="279" actId="26606"/>
          <ac:spMkLst>
            <pc:docMk/>
            <pc:sldMk cId="2827677629" sldId="286"/>
            <ac:spMk id="4" creationId="{CD1D5D95-CDD2-6346-D087-8ACCB6F0BEC1}"/>
          </ac:spMkLst>
        </pc:spChg>
        <pc:spChg chg="add mod ord">
          <ac:chgData name="Fatma Alsagaf" userId="ef587b5e-378a-4bb3-aa9f-3c15b98138a4" providerId="ADAL" clId="{1D674CAD-0467-4497-ACC2-1332A3BF7A8F}" dt="2023-09-27T06:10:23.425" v="514" actId="1076"/>
          <ac:spMkLst>
            <pc:docMk/>
            <pc:sldMk cId="2827677629" sldId="286"/>
            <ac:spMk id="10" creationId="{C4C24D50-708B-10F3-8A6F-895E807048C4}"/>
          </ac:spMkLst>
        </pc:spChg>
        <pc:spChg chg="add del mod">
          <ac:chgData name="Fatma Alsagaf" userId="ef587b5e-378a-4bb3-aa9f-3c15b98138a4" providerId="ADAL" clId="{1D674CAD-0467-4497-ACC2-1332A3BF7A8F}" dt="2023-09-27T06:08:55.188" v="453" actId="478"/>
          <ac:spMkLst>
            <pc:docMk/>
            <pc:sldMk cId="2827677629" sldId="286"/>
            <ac:spMk id="11" creationId="{222E48B9-7E77-9EBF-F607-4599677ADEEC}"/>
          </ac:spMkLst>
        </pc:spChg>
        <pc:grpChg chg="add">
          <ac:chgData name="Fatma Alsagaf" userId="ef587b5e-378a-4bb3-aa9f-3c15b98138a4" providerId="ADAL" clId="{1D674CAD-0467-4497-ACC2-1332A3BF7A8F}" dt="2023-09-27T05:19:35.811" v="279" actId="26606"/>
          <ac:grpSpMkLst>
            <pc:docMk/>
            <pc:sldMk cId="2827677629" sldId="286"/>
            <ac:grpSpMk id="15" creationId="{A2A4F5A4-1409-1D21-0242-3FD06D0E874E}"/>
          </ac:grpSpMkLst>
        </pc:grpChg>
        <pc:graphicFrameChg chg="add del mod">
          <ac:chgData name="Fatma Alsagaf" userId="ef587b5e-378a-4bb3-aa9f-3c15b98138a4" providerId="ADAL" clId="{1D674CAD-0467-4497-ACC2-1332A3BF7A8F}" dt="2023-09-27T05:40:21.169" v="344" actId="478"/>
          <ac:graphicFrameMkLst>
            <pc:docMk/>
            <pc:sldMk cId="2827677629" sldId="286"/>
            <ac:graphicFrameMk id="12" creationId="{C112A6BE-7BFD-65A0-D796-EF8422487B07}"/>
          </ac:graphicFrameMkLst>
        </pc:graphicFrameChg>
        <pc:graphicFrameChg chg="add del mod">
          <ac:chgData name="Fatma Alsagaf" userId="ef587b5e-378a-4bb3-aa9f-3c15b98138a4" providerId="ADAL" clId="{1D674CAD-0467-4497-ACC2-1332A3BF7A8F}" dt="2023-09-27T05:44:51.164" v="355" actId="478"/>
          <ac:graphicFrameMkLst>
            <pc:docMk/>
            <pc:sldMk cId="2827677629" sldId="286"/>
            <ac:graphicFrameMk id="13" creationId="{89905FA7-17A4-46F6-80B2-3A5AE630740C}"/>
          </ac:graphicFrameMkLst>
        </pc:graphicFrameChg>
        <pc:picChg chg="add mod">
          <ac:chgData name="Fatma Alsagaf" userId="ef587b5e-378a-4bb3-aa9f-3c15b98138a4" providerId="ADAL" clId="{1D674CAD-0467-4497-ACC2-1332A3BF7A8F}" dt="2023-09-27T05:19:35.811" v="279" actId="26606"/>
          <ac:picMkLst>
            <pc:docMk/>
            <pc:sldMk cId="2827677629" sldId="286"/>
            <ac:picMk id="6" creationId="{2D38B222-0FEF-305C-8BC7-9438E64185AB}"/>
          </ac:picMkLst>
        </pc:picChg>
        <pc:picChg chg="add mod">
          <ac:chgData name="Fatma Alsagaf" userId="ef587b5e-378a-4bb3-aa9f-3c15b98138a4" providerId="ADAL" clId="{1D674CAD-0467-4497-ACC2-1332A3BF7A8F}" dt="2023-09-27T05:19:35.811" v="279" actId="26606"/>
          <ac:picMkLst>
            <pc:docMk/>
            <pc:sldMk cId="2827677629" sldId="286"/>
            <ac:picMk id="8" creationId="{FE6351AC-E7DF-35C3-9DCA-13D9D8AA2B80}"/>
          </ac:picMkLst>
        </pc:picChg>
        <pc:picChg chg="add del">
          <ac:chgData name="Fatma Alsagaf" userId="ef587b5e-378a-4bb3-aa9f-3c15b98138a4" providerId="ADAL" clId="{1D674CAD-0467-4497-ACC2-1332A3BF7A8F}" dt="2023-09-27T05:15:03.379" v="265" actId="478"/>
          <ac:picMkLst>
            <pc:docMk/>
            <pc:sldMk cId="2827677629" sldId="286"/>
            <ac:picMk id="1026" creationId="{C2057A0A-D4A7-88B2-EA94-3ED2068D3CE3}"/>
          </ac:picMkLst>
        </pc:picChg>
      </pc:sldChg>
      <pc:sldChg chg="addSp delSp add del setBg delDesignElem">
        <pc:chgData name="Fatma Alsagaf" userId="ef587b5e-378a-4bb3-aa9f-3c15b98138a4" providerId="ADAL" clId="{1D674CAD-0467-4497-ACC2-1332A3BF7A8F}" dt="2023-09-27T06:10:36.159" v="518"/>
        <pc:sldMkLst>
          <pc:docMk/>
          <pc:sldMk cId="291562296" sldId="287"/>
        </pc:sldMkLst>
        <pc:grpChg chg="add del">
          <ac:chgData name="Fatma Alsagaf" userId="ef587b5e-378a-4bb3-aa9f-3c15b98138a4" providerId="ADAL" clId="{1D674CAD-0467-4497-ACC2-1332A3BF7A8F}" dt="2023-09-27T06:10:36.159" v="518"/>
          <ac:grpSpMkLst>
            <pc:docMk/>
            <pc:sldMk cId="291562296" sldId="287"/>
            <ac:grpSpMk id="15" creationId="{A2A4F5A4-1409-1D21-0242-3FD06D0E874E}"/>
          </ac:grpSpMkLst>
        </pc:grpChg>
      </pc:sldChg>
      <pc:sldChg chg="delSp add del setBg delDesignElem">
        <pc:chgData name="Fatma Alsagaf" userId="ef587b5e-378a-4bb3-aa9f-3c15b98138a4" providerId="ADAL" clId="{1D674CAD-0467-4497-ACC2-1332A3BF7A8F}" dt="2023-09-27T06:10:27.147" v="515" actId="47"/>
        <pc:sldMkLst>
          <pc:docMk/>
          <pc:sldMk cId="3083357789" sldId="287"/>
        </pc:sldMkLst>
        <pc:grpChg chg="del">
          <ac:chgData name="Fatma Alsagaf" userId="ef587b5e-378a-4bb3-aa9f-3c15b98138a4" providerId="ADAL" clId="{1D674CAD-0467-4497-ACC2-1332A3BF7A8F}" dt="2023-09-27T06:09:18.134" v="455"/>
          <ac:grpSpMkLst>
            <pc:docMk/>
            <pc:sldMk cId="3083357789" sldId="287"/>
            <ac:grpSpMk id="15" creationId="{A2A4F5A4-1409-1D21-0242-3FD06D0E874E}"/>
          </ac:grpSpMkLst>
        </pc:grpChg>
      </pc:sldChg>
      <pc:sldChg chg="addSp delSp modSp add del mod setBg delDesignElem">
        <pc:chgData name="Fatma Alsagaf" userId="ef587b5e-378a-4bb3-aa9f-3c15b98138a4" providerId="ADAL" clId="{1D674CAD-0467-4497-ACC2-1332A3BF7A8F}" dt="2023-09-27T06:08:43.768" v="451" actId="47"/>
        <pc:sldMkLst>
          <pc:docMk/>
          <pc:sldMk cId="4031070510" sldId="287"/>
        </pc:sldMkLst>
        <pc:spChg chg="add mod">
          <ac:chgData name="Fatma Alsagaf" userId="ef587b5e-378a-4bb3-aa9f-3c15b98138a4" providerId="ADAL" clId="{1D674CAD-0467-4497-ACC2-1332A3BF7A8F}" dt="2023-09-27T06:08:29.138" v="447" actId="20577"/>
          <ac:spMkLst>
            <pc:docMk/>
            <pc:sldMk cId="4031070510" sldId="287"/>
            <ac:spMk id="3" creationId="{CA49B789-BA18-0649-6601-3C6BACFA932A}"/>
          </ac:spMkLst>
        </pc:spChg>
        <pc:spChg chg="del">
          <ac:chgData name="Fatma Alsagaf" userId="ef587b5e-378a-4bb3-aa9f-3c15b98138a4" providerId="ADAL" clId="{1D674CAD-0467-4497-ACC2-1332A3BF7A8F}" dt="2023-09-27T06:07:39.634" v="390" actId="478"/>
          <ac:spMkLst>
            <pc:docMk/>
            <pc:sldMk cId="4031070510" sldId="287"/>
            <ac:spMk id="10" creationId="{C4C24D50-708B-10F3-8A6F-895E807048C4}"/>
          </ac:spMkLst>
        </pc:spChg>
        <pc:spChg chg="add del">
          <ac:chgData name="Fatma Alsagaf" userId="ef587b5e-378a-4bb3-aa9f-3c15b98138a4" providerId="ADAL" clId="{1D674CAD-0467-4497-ACC2-1332A3BF7A8F}" dt="2023-09-27T06:08:29.301" v="448" actId="478"/>
          <ac:spMkLst>
            <pc:docMk/>
            <pc:sldMk cId="4031070510" sldId="287"/>
            <ac:spMk id="11" creationId="{222E48B9-7E77-9EBF-F607-4599677ADEEC}"/>
          </ac:spMkLst>
        </pc:spChg>
        <pc:grpChg chg="del">
          <ac:chgData name="Fatma Alsagaf" userId="ef587b5e-378a-4bb3-aa9f-3c15b98138a4" providerId="ADAL" clId="{1D674CAD-0467-4497-ACC2-1332A3BF7A8F}" dt="2023-09-27T06:07:29.355" v="389"/>
          <ac:grpSpMkLst>
            <pc:docMk/>
            <pc:sldMk cId="4031070510" sldId="287"/>
            <ac:grpSpMk id="15" creationId="{A2A4F5A4-1409-1D21-0242-3FD06D0E874E}"/>
          </ac:grpSpMkLst>
        </pc:grpChg>
        <pc:picChg chg="mod">
          <ac:chgData name="Fatma Alsagaf" userId="ef587b5e-378a-4bb3-aa9f-3c15b98138a4" providerId="ADAL" clId="{1D674CAD-0467-4497-ACC2-1332A3BF7A8F}" dt="2023-09-27T06:08:29.625" v="450" actId="1036"/>
          <ac:picMkLst>
            <pc:docMk/>
            <pc:sldMk cId="4031070510" sldId="287"/>
            <ac:picMk id="6" creationId="{2D38B222-0FEF-305C-8BC7-9438E64185AB}"/>
          </ac:picMkLst>
        </pc:picChg>
        <pc:picChg chg="mod">
          <ac:chgData name="Fatma Alsagaf" userId="ef587b5e-378a-4bb3-aa9f-3c15b98138a4" providerId="ADAL" clId="{1D674CAD-0467-4497-ACC2-1332A3BF7A8F}" dt="2023-09-27T06:08:29.625" v="450" actId="1036"/>
          <ac:picMkLst>
            <pc:docMk/>
            <pc:sldMk cId="4031070510" sldId="287"/>
            <ac:picMk id="8" creationId="{FE6351AC-E7DF-35C3-9DCA-13D9D8AA2B80}"/>
          </ac:picMkLst>
        </pc:picChg>
      </pc:sldChg>
      <pc:sldChg chg="addSp delSp modSp new mod setBg addAnim">
        <pc:chgData name="Fatma Alsagaf" userId="ef587b5e-378a-4bb3-aa9f-3c15b98138a4" providerId="ADAL" clId="{1D674CAD-0467-4497-ACC2-1332A3BF7A8F}" dt="2023-09-27T06:30:22.607" v="705" actId="26606"/>
        <pc:sldMkLst>
          <pc:docMk/>
          <pc:sldMk cId="4234417317" sldId="287"/>
        </pc:sldMkLst>
        <pc:spChg chg="mod ord">
          <ac:chgData name="Fatma Alsagaf" userId="ef587b5e-378a-4bb3-aa9f-3c15b98138a4" providerId="ADAL" clId="{1D674CAD-0467-4497-ACC2-1332A3BF7A8F}" dt="2023-09-27T06:30:22.607" v="705" actId="26606"/>
          <ac:spMkLst>
            <pc:docMk/>
            <pc:sldMk cId="4234417317" sldId="287"/>
            <ac:spMk id="2" creationId="{1BFFF17F-AAD7-3126-4DAD-E8558C800794}"/>
          </ac:spMkLst>
        </pc:spChg>
        <pc:spChg chg="add del">
          <ac:chgData name="Fatma Alsagaf" userId="ef587b5e-378a-4bb3-aa9f-3c15b98138a4" providerId="ADAL" clId="{1D674CAD-0467-4497-ACC2-1332A3BF7A8F}" dt="2023-09-27T06:16:33.241" v="529" actId="26606"/>
          <ac:spMkLst>
            <pc:docMk/>
            <pc:sldMk cId="4234417317" sldId="287"/>
            <ac:spMk id="2057" creationId="{1D50F262-343C-4101-AB3C-9DA1072F7305}"/>
          </ac:spMkLst>
        </pc:spChg>
        <pc:spChg chg="add del">
          <ac:chgData name="Fatma Alsagaf" userId="ef587b5e-378a-4bb3-aa9f-3c15b98138a4" providerId="ADAL" clId="{1D674CAD-0467-4497-ACC2-1332A3BF7A8F}" dt="2023-09-27T06:16:33.241" v="529" actId="26606"/>
          <ac:spMkLst>
            <pc:docMk/>
            <pc:sldMk cId="4234417317" sldId="287"/>
            <ac:spMk id="2059" creationId="{6A0924B3-0260-445E-AFD7-9533C0D1B3C9}"/>
          </ac:spMkLst>
        </pc:spChg>
        <pc:spChg chg="add del">
          <ac:chgData name="Fatma Alsagaf" userId="ef587b5e-378a-4bb3-aa9f-3c15b98138a4" providerId="ADAL" clId="{1D674CAD-0467-4497-ACC2-1332A3BF7A8F}" dt="2023-09-27T06:16:33.241" v="529" actId="26606"/>
          <ac:spMkLst>
            <pc:docMk/>
            <pc:sldMk cId="4234417317" sldId="287"/>
            <ac:spMk id="2061" creationId="{7C34E8CB-B972-4A94-8469-315C10C2AA93}"/>
          </ac:spMkLst>
        </pc:spChg>
        <pc:spChg chg="add del">
          <ac:chgData name="Fatma Alsagaf" userId="ef587b5e-378a-4bb3-aa9f-3c15b98138a4" providerId="ADAL" clId="{1D674CAD-0467-4497-ACC2-1332A3BF7A8F}" dt="2023-09-27T06:16:33.241" v="529" actId="26606"/>
          <ac:spMkLst>
            <pc:docMk/>
            <pc:sldMk cId="4234417317" sldId="287"/>
            <ac:spMk id="2063" creationId="{114A821F-8663-46BA-8CC0-D4C44F639F3A}"/>
          </ac:spMkLst>
        </pc:spChg>
        <pc:spChg chg="add del">
          <ac:chgData name="Fatma Alsagaf" userId="ef587b5e-378a-4bb3-aa9f-3c15b98138a4" providerId="ADAL" clId="{1D674CAD-0467-4497-ACC2-1332A3BF7A8F}" dt="2023-09-27T06:16:33.241" v="529" actId="26606"/>
          <ac:spMkLst>
            <pc:docMk/>
            <pc:sldMk cId="4234417317" sldId="287"/>
            <ac:spMk id="2065" creationId="{67EF550F-47CE-4FB2-9DAC-12AD835C833D}"/>
          </ac:spMkLst>
        </pc:spChg>
        <pc:spChg chg="add del">
          <ac:chgData name="Fatma Alsagaf" userId="ef587b5e-378a-4bb3-aa9f-3c15b98138a4" providerId="ADAL" clId="{1D674CAD-0467-4497-ACC2-1332A3BF7A8F}" dt="2023-09-27T06:16:42.581" v="531" actId="26606"/>
          <ac:spMkLst>
            <pc:docMk/>
            <pc:sldMk cId="4234417317" sldId="287"/>
            <ac:spMk id="2067" creationId="{FA69AAE0-49D5-4C8B-8BA2-55898C00E05E}"/>
          </ac:spMkLst>
        </pc:spChg>
        <pc:spChg chg="add del">
          <ac:chgData name="Fatma Alsagaf" userId="ef587b5e-378a-4bb3-aa9f-3c15b98138a4" providerId="ADAL" clId="{1D674CAD-0467-4497-ACC2-1332A3BF7A8F}" dt="2023-09-27T06:16:43.569" v="533" actId="26606"/>
          <ac:spMkLst>
            <pc:docMk/>
            <pc:sldMk cId="4234417317" sldId="287"/>
            <ac:spMk id="2069" creationId="{8870DEF6-46A2-D4F8-8BE6-91165D93ECC4}"/>
          </ac:spMkLst>
        </pc:spChg>
        <pc:spChg chg="add del">
          <ac:chgData name="Fatma Alsagaf" userId="ef587b5e-378a-4bb3-aa9f-3c15b98138a4" providerId="ADAL" clId="{1D674CAD-0467-4497-ACC2-1332A3BF7A8F}" dt="2023-09-27T06:16:47.532" v="535" actId="26606"/>
          <ac:spMkLst>
            <pc:docMk/>
            <pc:sldMk cId="4234417317" sldId="287"/>
            <ac:spMk id="2072" creationId="{FA69AAE0-49D5-4C8B-8BA2-55898C00E05E}"/>
          </ac:spMkLst>
        </pc:spChg>
        <pc:spChg chg="add del">
          <ac:chgData name="Fatma Alsagaf" userId="ef587b5e-378a-4bb3-aa9f-3c15b98138a4" providerId="ADAL" clId="{1D674CAD-0467-4497-ACC2-1332A3BF7A8F}" dt="2023-09-27T06:16:48.529" v="537" actId="26606"/>
          <ac:spMkLst>
            <pc:docMk/>
            <pc:sldMk cId="4234417317" sldId="287"/>
            <ac:spMk id="2074" creationId="{1D50F262-343C-4101-AB3C-9DA1072F7305}"/>
          </ac:spMkLst>
        </pc:spChg>
        <pc:spChg chg="add del">
          <ac:chgData name="Fatma Alsagaf" userId="ef587b5e-378a-4bb3-aa9f-3c15b98138a4" providerId="ADAL" clId="{1D674CAD-0467-4497-ACC2-1332A3BF7A8F}" dt="2023-09-27T06:16:48.529" v="537" actId="26606"/>
          <ac:spMkLst>
            <pc:docMk/>
            <pc:sldMk cId="4234417317" sldId="287"/>
            <ac:spMk id="2075" creationId="{6A0924B3-0260-445E-AFD7-9533C0D1B3C9}"/>
          </ac:spMkLst>
        </pc:spChg>
        <pc:spChg chg="add del">
          <ac:chgData name="Fatma Alsagaf" userId="ef587b5e-378a-4bb3-aa9f-3c15b98138a4" providerId="ADAL" clId="{1D674CAD-0467-4497-ACC2-1332A3BF7A8F}" dt="2023-09-27T06:16:48.529" v="537" actId="26606"/>
          <ac:spMkLst>
            <pc:docMk/>
            <pc:sldMk cId="4234417317" sldId="287"/>
            <ac:spMk id="2076" creationId="{7C34E8CB-B972-4A94-8469-315C10C2AA93}"/>
          </ac:spMkLst>
        </pc:spChg>
        <pc:spChg chg="add del">
          <ac:chgData name="Fatma Alsagaf" userId="ef587b5e-378a-4bb3-aa9f-3c15b98138a4" providerId="ADAL" clId="{1D674CAD-0467-4497-ACC2-1332A3BF7A8F}" dt="2023-09-27T06:16:48.529" v="537" actId="26606"/>
          <ac:spMkLst>
            <pc:docMk/>
            <pc:sldMk cId="4234417317" sldId="287"/>
            <ac:spMk id="2077" creationId="{114A821F-8663-46BA-8CC0-D4C44F639F3A}"/>
          </ac:spMkLst>
        </pc:spChg>
        <pc:spChg chg="add del">
          <ac:chgData name="Fatma Alsagaf" userId="ef587b5e-378a-4bb3-aa9f-3c15b98138a4" providerId="ADAL" clId="{1D674CAD-0467-4497-ACC2-1332A3BF7A8F}" dt="2023-09-27T06:16:48.529" v="537" actId="26606"/>
          <ac:spMkLst>
            <pc:docMk/>
            <pc:sldMk cId="4234417317" sldId="287"/>
            <ac:spMk id="2078" creationId="{67EF550F-47CE-4FB2-9DAC-12AD835C833D}"/>
          </ac:spMkLst>
        </pc:spChg>
        <pc:spChg chg="add del">
          <ac:chgData name="Fatma Alsagaf" userId="ef587b5e-378a-4bb3-aa9f-3c15b98138a4" providerId="ADAL" clId="{1D674CAD-0467-4497-ACC2-1332A3BF7A8F}" dt="2023-09-27T06:16:53.922" v="539" actId="26606"/>
          <ac:spMkLst>
            <pc:docMk/>
            <pc:sldMk cId="4234417317" sldId="287"/>
            <ac:spMk id="2080" creationId="{4D4677D2-D5AC-4CF9-9EED-2B89D0A1C212}"/>
          </ac:spMkLst>
        </pc:spChg>
        <pc:spChg chg="add del">
          <ac:chgData name="Fatma Alsagaf" userId="ef587b5e-378a-4bb3-aa9f-3c15b98138a4" providerId="ADAL" clId="{1D674CAD-0467-4497-ACC2-1332A3BF7A8F}" dt="2023-09-27T06:16:53.922" v="539" actId="26606"/>
          <ac:spMkLst>
            <pc:docMk/>
            <pc:sldMk cId="4234417317" sldId="287"/>
            <ac:spMk id="2081" creationId="{AF695F69-7001-421E-98A8-E74156934A51}"/>
          </ac:spMkLst>
        </pc:spChg>
        <pc:spChg chg="add del">
          <ac:chgData name="Fatma Alsagaf" userId="ef587b5e-378a-4bb3-aa9f-3c15b98138a4" providerId="ADAL" clId="{1D674CAD-0467-4497-ACC2-1332A3BF7A8F}" dt="2023-09-27T06:16:57.626" v="543" actId="26606"/>
          <ac:spMkLst>
            <pc:docMk/>
            <pc:sldMk cId="4234417317" sldId="287"/>
            <ac:spMk id="2086" creationId="{45352925-4751-4F5E-B434-C1C0CE91713D}"/>
          </ac:spMkLst>
        </pc:spChg>
        <pc:spChg chg="add del">
          <ac:chgData name="Fatma Alsagaf" userId="ef587b5e-378a-4bb3-aa9f-3c15b98138a4" providerId="ADAL" clId="{1D674CAD-0467-4497-ACC2-1332A3BF7A8F}" dt="2023-09-27T06:16:57.626" v="543" actId="26606"/>
          <ac:spMkLst>
            <pc:docMk/>
            <pc:sldMk cId="4234417317" sldId="287"/>
            <ac:spMk id="2087" creationId="{128B0C87-106B-4BC6-B780-21399D3813CC}"/>
          </ac:spMkLst>
        </pc:spChg>
        <pc:spChg chg="add del">
          <ac:chgData name="Fatma Alsagaf" userId="ef587b5e-378a-4bb3-aa9f-3c15b98138a4" providerId="ADAL" clId="{1D674CAD-0467-4497-ACC2-1332A3BF7A8F}" dt="2023-09-27T06:17:00.738" v="545" actId="26606"/>
          <ac:spMkLst>
            <pc:docMk/>
            <pc:sldMk cId="4234417317" sldId="287"/>
            <ac:spMk id="2089" creationId="{4D4677D2-D5AC-4CF9-9EED-2B89D0A1C212}"/>
          </ac:spMkLst>
        </pc:spChg>
        <pc:spChg chg="add del">
          <ac:chgData name="Fatma Alsagaf" userId="ef587b5e-378a-4bb3-aa9f-3c15b98138a4" providerId="ADAL" clId="{1D674CAD-0467-4497-ACC2-1332A3BF7A8F}" dt="2023-09-27T06:17:00.738" v="545" actId="26606"/>
          <ac:spMkLst>
            <pc:docMk/>
            <pc:sldMk cId="4234417317" sldId="287"/>
            <ac:spMk id="2090" creationId="{AF695F69-7001-421E-98A8-E74156934A51}"/>
          </ac:spMkLst>
        </pc:spChg>
        <pc:spChg chg="add del">
          <ac:chgData name="Fatma Alsagaf" userId="ef587b5e-378a-4bb3-aa9f-3c15b98138a4" providerId="ADAL" clId="{1D674CAD-0467-4497-ACC2-1332A3BF7A8F}" dt="2023-09-27T06:17:02.253" v="547" actId="26606"/>
          <ac:spMkLst>
            <pc:docMk/>
            <pc:sldMk cId="4234417317" sldId="287"/>
            <ac:spMk id="2092" creationId="{1D50F262-343C-4101-AB3C-9DA1072F7305}"/>
          </ac:spMkLst>
        </pc:spChg>
        <pc:spChg chg="add del">
          <ac:chgData name="Fatma Alsagaf" userId="ef587b5e-378a-4bb3-aa9f-3c15b98138a4" providerId="ADAL" clId="{1D674CAD-0467-4497-ACC2-1332A3BF7A8F}" dt="2023-09-27T06:17:02.253" v="547" actId="26606"/>
          <ac:spMkLst>
            <pc:docMk/>
            <pc:sldMk cId="4234417317" sldId="287"/>
            <ac:spMk id="2093" creationId="{6A0924B3-0260-445E-AFD7-9533C0D1B3C9}"/>
          </ac:spMkLst>
        </pc:spChg>
        <pc:spChg chg="add del">
          <ac:chgData name="Fatma Alsagaf" userId="ef587b5e-378a-4bb3-aa9f-3c15b98138a4" providerId="ADAL" clId="{1D674CAD-0467-4497-ACC2-1332A3BF7A8F}" dt="2023-09-27T06:17:02.253" v="547" actId="26606"/>
          <ac:spMkLst>
            <pc:docMk/>
            <pc:sldMk cId="4234417317" sldId="287"/>
            <ac:spMk id="2094" creationId="{7C34E8CB-B972-4A94-8469-315C10C2AA93}"/>
          </ac:spMkLst>
        </pc:spChg>
        <pc:spChg chg="add del">
          <ac:chgData name="Fatma Alsagaf" userId="ef587b5e-378a-4bb3-aa9f-3c15b98138a4" providerId="ADAL" clId="{1D674CAD-0467-4497-ACC2-1332A3BF7A8F}" dt="2023-09-27T06:17:02.253" v="547" actId="26606"/>
          <ac:spMkLst>
            <pc:docMk/>
            <pc:sldMk cId="4234417317" sldId="287"/>
            <ac:spMk id="2095" creationId="{114A821F-8663-46BA-8CC0-D4C44F639F3A}"/>
          </ac:spMkLst>
        </pc:spChg>
        <pc:spChg chg="add del">
          <ac:chgData name="Fatma Alsagaf" userId="ef587b5e-378a-4bb3-aa9f-3c15b98138a4" providerId="ADAL" clId="{1D674CAD-0467-4497-ACC2-1332A3BF7A8F}" dt="2023-09-27T06:17:02.253" v="547" actId="26606"/>
          <ac:spMkLst>
            <pc:docMk/>
            <pc:sldMk cId="4234417317" sldId="287"/>
            <ac:spMk id="2096" creationId="{67EF550F-47CE-4FB2-9DAC-12AD835C833D}"/>
          </ac:spMkLst>
        </pc:spChg>
        <pc:spChg chg="add del">
          <ac:chgData name="Fatma Alsagaf" userId="ef587b5e-378a-4bb3-aa9f-3c15b98138a4" providerId="ADAL" clId="{1D674CAD-0467-4497-ACC2-1332A3BF7A8F}" dt="2023-09-27T06:17:18.162" v="549" actId="26606"/>
          <ac:spMkLst>
            <pc:docMk/>
            <pc:sldMk cId="4234417317" sldId="287"/>
            <ac:spMk id="2098" creationId="{FA69AAE0-49D5-4C8B-8BA2-55898C00E05E}"/>
          </ac:spMkLst>
        </pc:spChg>
        <pc:spChg chg="add del">
          <ac:chgData name="Fatma Alsagaf" userId="ef587b5e-378a-4bb3-aa9f-3c15b98138a4" providerId="ADAL" clId="{1D674CAD-0467-4497-ACC2-1332A3BF7A8F}" dt="2023-09-27T06:17:24.138" v="551" actId="26606"/>
          <ac:spMkLst>
            <pc:docMk/>
            <pc:sldMk cId="4234417317" sldId="287"/>
            <ac:spMk id="2100" creationId="{1D50F262-343C-4101-AB3C-9DA1072F7305}"/>
          </ac:spMkLst>
        </pc:spChg>
        <pc:spChg chg="add del">
          <ac:chgData name="Fatma Alsagaf" userId="ef587b5e-378a-4bb3-aa9f-3c15b98138a4" providerId="ADAL" clId="{1D674CAD-0467-4497-ACC2-1332A3BF7A8F}" dt="2023-09-27T06:17:24.138" v="551" actId="26606"/>
          <ac:spMkLst>
            <pc:docMk/>
            <pc:sldMk cId="4234417317" sldId="287"/>
            <ac:spMk id="2101" creationId="{6A0924B3-0260-445E-AFD7-9533C0D1B3C9}"/>
          </ac:spMkLst>
        </pc:spChg>
        <pc:spChg chg="add del">
          <ac:chgData name="Fatma Alsagaf" userId="ef587b5e-378a-4bb3-aa9f-3c15b98138a4" providerId="ADAL" clId="{1D674CAD-0467-4497-ACC2-1332A3BF7A8F}" dt="2023-09-27T06:17:24.138" v="551" actId="26606"/>
          <ac:spMkLst>
            <pc:docMk/>
            <pc:sldMk cId="4234417317" sldId="287"/>
            <ac:spMk id="2102" creationId="{7C34E8CB-B972-4A94-8469-315C10C2AA93}"/>
          </ac:spMkLst>
        </pc:spChg>
        <pc:spChg chg="add del">
          <ac:chgData name="Fatma Alsagaf" userId="ef587b5e-378a-4bb3-aa9f-3c15b98138a4" providerId="ADAL" clId="{1D674CAD-0467-4497-ACC2-1332A3BF7A8F}" dt="2023-09-27T06:17:24.138" v="551" actId="26606"/>
          <ac:spMkLst>
            <pc:docMk/>
            <pc:sldMk cId="4234417317" sldId="287"/>
            <ac:spMk id="2103" creationId="{114A821F-8663-46BA-8CC0-D4C44F639F3A}"/>
          </ac:spMkLst>
        </pc:spChg>
        <pc:spChg chg="add del">
          <ac:chgData name="Fatma Alsagaf" userId="ef587b5e-378a-4bb3-aa9f-3c15b98138a4" providerId="ADAL" clId="{1D674CAD-0467-4497-ACC2-1332A3BF7A8F}" dt="2023-09-27T06:17:24.138" v="551" actId="26606"/>
          <ac:spMkLst>
            <pc:docMk/>
            <pc:sldMk cId="4234417317" sldId="287"/>
            <ac:spMk id="2104" creationId="{67EF550F-47CE-4FB2-9DAC-12AD835C833D}"/>
          </ac:spMkLst>
        </pc:spChg>
        <pc:spChg chg="add del">
          <ac:chgData name="Fatma Alsagaf" userId="ef587b5e-378a-4bb3-aa9f-3c15b98138a4" providerId="ADAL" clId="{1D674CAD-0467-4497-ACC2-1332A3BF7A8F}" dt="2023-09-27T06:18:52.613" v="565" actId="26606"/>
          <ac:spMkLst>
            <pc:docMk/>
            <pc:sldMk cId="4234417317" sldId="287"/>
            <ac:spMk id="2106" creationId="{FA69AAE0-49D5-4C8B-8BA2-55898C00E05E}"/>
          </ac:spMkLst>
        </pc:spChg>
        <pc:spChg chg="add del">
          <ac:chgData name="Fatma Alsagaf" userId="ef587b5e-378a-4bb3-aa9f-3c15b98138a4" providerId="ADAL" clId="{1D674CAD-0467-4497-ACC2-1332A3BF7A8F}" dt="2023-09-27T06:18:41.381" v="556" actId="26606"/>
          <ac:spMkLst>
            <pc:docMk/>
            <pc:sldMk cId="4234417317" sldId="287"/>
            <ac:spMk id="2111" creationId="{1D50F262-343C-4101-AB3C-9DA1072F7305}"/>
          </ac:spMkLst>
        </pc:spChg>
        <pc:spChg chg="add del">
          <ac:chgData name="Fatma Alsagaf" userId="ef587b5e-378a-4bb3-aa9f-3c15b98138a4" providerId="ADAL" clId="{1D674CAD-0467-4497-ACC2-1332A3BF7A8F}" dt="2023-09-27T06:18:41.381" v="556" actId="26606"/>
          <ac:spMkLst>
            <pc:docMk/>
            <pc:sldMk cId="4234417317" sldId="287"/>
            <ac:spMk id="2113" creationId="{6A0924B3-0260-445E-AFD7-9533C0D1B3C9}"/>
          </ac:spMkLst>
        </pc:spChg>
        <pc:spChg chg="add del">
          <ac:chgData name="Fatma Alsagaf" userId="ef587b5e-378a-4bb3-aa9f-3c15b98138a4" providerId="ADAL" clId="{1D674CAD-0467-4497-ACC2-1332A3BF7A8F}" dt="2023-09-27T06:18:41.381" v="556" actId="26606"/>
          <ac:spMkLst>
            <pc:docMk/>
            <pc:sldMk cId="4234417317" sldId="287"/>
            <ac:spMk id="2115" creationId="{7C34E8CB-B972-4A94-8469-315C10C2AA93}"/>
          </ac:spMkLst>
        </pc:spChg>
        <pc:spChg chg="add del">
          <ac:chgData name="Fatma Alsagaf" userId="ef587b5e-378a-4bb3-aa9f-3c15b98138a4" providerId="ADAL" clId="{1D674CAD-0467-4497-ACC2-1332A3BF7A8F}" dt="2023-09-27T06:18:41.381" v="556" actId="26606"/>
          <ac:spMkLst>
            <pc:docMk/>
            <pc:sldMk cId="4234417317" sldId="287"/>
            <ac:spMk id="2117" creationId="{114A821F-8663-46BA-8CC0-D4C44F639F3A}"/>
          </ac:spMkLst>
        </pc:spChg>
        <pc:spChg chg="add del">
          <ac:chgData name="Fatma Alsagaf" userId="ef587b5e-378a-4bb3-aa9f-3c15b98138a4" providerId="ADAL" clId="{1D674CAD-0467-4497-ACC2-1332A3BF7A8F}" dt="2023-09-27T06:18:41.381" v="556" actId="26606"/>
          <ac:spMkLst>
            <pc:docMk/>
            <pc:sldMk cId="4234417317" sldId="287"/>
            <ac:spMk id="2119" creationId="{67EF550F-47CE-4FB2-9DAC-12AD835C833D}"/>
          </ac:spMkLst>
        </pc:spChg>
        <pc:spChg chg="add del">
          <ac:chgData name="Fatma Alsagaf" userId="ef587b5e-378a-4bb3-aa9f-3c15b98138a4" providerId="ADAL" clId="{1D674CAD-0467-4497-ACC2-1332A3BF7A8F}" dt="2023-09-27T06:18:42.583" v="558" actId="26606"/>
          <ac:spMkLst>
            <pc:docMk/>
            <pc:sldMk cId="4234417317" sldId="287"/>
            <ac:spMk id="2121" creationId="{42A4FC2C-047E-45A5-965D-8E1E3BF09BC6}"/>
          </ac:spMkLst>
        </pc:spChg>
        <pc:spChg chg="add del">
          <ac:chgData name="Fatma Alsagaf" userId="ef587b5e-378a-4bb3-aa9f-3c15b98138a4" providerId="ADAL" clId="{1D674CAD-0467-4497-ACC2-1332A3BF7A8F}" dt="2023-09-27T06:18:42.583" v="558" actId="26606"/>
          <ac:spMkLst>
            <pc:docMk/>
            <pc:sldMk cId="4234417317" sldId="287"/>
            <ac:spMk id="2122" creationId="{A93898FF-D987-4B0E-BFB4-85F5EB356D4D}"/>
          </ac:spMkLst>
        </pc:spChg>
        <pc:spChg chg="add del">
          <ac:chgData name="Fatma Alsagaf" userId="ef587b5e-378a-4bb3-aa9f-3c15b98138a4" providerId="ADAL" clId="{1D674CAD-0467-4497-ACC2-1332A3BF7A8F}" dt="2023-09-27T06:18:42.583" v="558" actId="26606"/>
          <ac:spMkLst>
            <pc:docMk/>
            <pc:sldMk cId="4234417317" sldId="287"/>
            <ac:spMk id="2123" creationId="{612F383F-B981-4BC3-9E2B-7BE938CEF3EC}"/>
          </ac:spMkLst>
        </pc:spChg>
        <pc:spChg chg="add del">
          <ac:chgData name="Fatma Alsagaf" userId="ef587b5e-378a-4bb3-aa9f-3c15b98138a4" providerId="ADAL" clId="{1D674CAD-0467-4497-ACC2-1332A3BF7A8F}" dt="2023-09-27T06:18:42.583" v="558" actId="26606"/>
          <ac:spMkLst>
            <pc:docMk/>
            <pc:sldMk cId="4234417317" sldId="287"/>
            <ac:spMk id="2124" creationId="{5AA485AD-076E-4077-A6E6-C3C9F0C39FF2}"/>
          </ac:spMkLst>
        </pc:spChg>
        <pc:spChg chg="add del">
          <ac:chgData name="Fatma Alsagaf" userId="ef587b5e-378a-4bb3-aa9f-3c15b98138a4" providerId="ADAL" clId="{1D674CAD-0467-4497-ACC2-1332A3BF7A8F}" dt="2023-09-27T06:18:42.583" v="558" actId="26606"/>
          <ac:spMkLst>
            <pc:docMk/>
            <pc:sldMk cId="4234417317" sldId="287"/>
            <ac:spMk id="2126" creationId="{58D235B8-3D10-493F-88AC-84BB404C1B5A}"/>
          </ac:spMkLst>
        </pc:spChg>
        <pc:spChg chg="add del">
          <ac:chgData name="Fatma Alsagaf" userId="ef587b5e-378a-4bb3-aa9f-3c15b98138a4" providerId="ADAL" clId="{1D674CAD-0467-4497-ACC2-1332A3BF7A8F}" dt="2023-09-27T06:18:43.802" v="560" actId="26606"/>
          <ac:spMkLst>
            <pc:docMk/>
            <pc:sldMk cId="4234417317" sldId="287"/>
            <ac:spMk id="2128" creationId="{E5534276-4E2A-33F9-AF34-43E8D405790A}"/>
          </ac:spMkLst>
        </pc:spChg>
        <pc:spChg chg="add del">
          <ac:chgData name="Fatma Alsagaf" userId="ef587b5e-378a-4bb3-aa9f-3c15b98138a4" providerId="ADAL" clId="{1D674CAD-0467-4497-ACC2-1332A3BF7A8F}" dt="2023-09-27T06:18:43.802" v="560" actId="26606"/>
          <ac:spMkLst>
            <pc:docMk/>
            <pc:sldMk cId="4234417317" sldId="287"/>
            <ac:spMk id="2129" creationId="{7A7AA9FE-F7E4-69F1-CEF1-279113174F6B}"/>
          </ac:spMkLst>
        </pc:spChg>
        <pc:spChg chg="add del">
          <ac:chgData name="Fatma Alsagaf" userId="ef587b5e-378a-4bb3-aa9f-3c15b98138a4" providerId="ADAL" clId="{1D674CAD-0467-4497-ACC2-1332A3BF7A8F}" dt="2023-09-27T06:18:43.802" v="560" actId="26606"/>
          <ac:spMkLst>
            <pc:docMk/>
            <pc:sldMk cId="4234417317" sldId="287"/>
            <ac:spMk id="2130" creationId="{27E68621-F94B-2402-4087-4403680E729E}"/>
          </ac:spMkLst>
        </pc:spChg>
        <pc:spChg chg="add del">
          <ac:chgData name="Fatma Alsagaf" userId="ef587b5e-378a-4bb3-aa9f-3c15b98138a4" providerId="ADAL" clId="{1D674CAD-0467-4497-ACC2-1332A3BF7A8F}" dt="2023-09-27T06:18:43.802" v="560" actId="26606"/>
          <ac:spMkLst>
            <pc:docMk/>
            <pc:sldMk cId="4234417317" sldId="287"/>
            <ac:spMk id="2131" creationId="{6C737E60-A7B7-0CDD-FD41-BE20F2C8B7C4}"/>
          </ac:spMkLst>
        </pc:spChg>
        <pc:spChg chg="add del">
          <ac:chgData name="Fatma Alsagaf" userId="ef587b5e-378a-4bb3-aa9f-3c15b98138a4" providerId="ADAL" clId="{1D674CAD-0467-4497-ACC2-1332A3BF7A8F}" dt="2023-09-27T06:18:44.857" v="562" actId="26606"/>
          <ac:spMkLst>
            <pc:docMk/>
            <pc:sldMk cId="4234417317" sldId="287"/>
            <ac:spMk id="2133" creationId="{51E97C3D-86C0-41DC-9F8A-476CC05E5D78}"/>
          </ac:spMkLst>
        </pc:spChg>
        <pc:spChg chg="add del">
          <ac:chgData name="Fatma Alsagaf" userId="ef587b5e-378a-4bb3-aa9f-3c15b98138a4" providerId="ADAL" clId="{1D674CAD-0467-4497-ACC2-1332A3BF7A8F}" dt="2023-09-27T06:18:44.857" v="562" actId="26606"/>
          <ac:spMkLst>
            <pc:docMk/>
            <pc:sldMk cId="4234417317" sldId="287"/>
            <ac:spMk id="2134" creationId="{309C9282-EF05-4BDC-AEC6-69DA837C6BAD}"/>
          </ac:spMkLst>
        </pc:spChg>
        <pc:spChg chg="add del">
          <ac:chgData name="Fatma Alsagaf" userId="ef587b5e-378a-4bb3-aa9f-3c15b98138a4" providerId="ADAL" clId="{1D674CAD-0467-4497-ACC2-1332A3BF7A8F}" dt="2023-09-27T06:18:52.613" v="564" actId="26606"/>
          <ac:spMkLst>
            <pc:docMk/>
            <pc:sldMk cId="4234417317" sldId="287"/>
            <ac:spMk id="2136" creationId="{62245F03-66D5-45EC-A0B5-90E656B114D0}"/>
          </ac:spMkLst>
        </pc:spChg>
        <pc:spChg chg="add del">
          <ac:chgData name="Fatma Alsagaf" userId="ef587b5e-378a-4bb3-aa9f-3c15b98138a4" providerId="ADAL" clId="{1D674CAD-0467-4497-ACC2-1332A3BF7A8F}" dt="2023-09-27T06:18:52.613" v="564" actId="26606"/>
          <ac:spMkLst>
            <pc:docMk/>
            <pc:sldMk cId="4234417317" sldId="287"/>
            <ac:spMk id="2137" creationId="{EB2DCC78-9962-49FE-9691-A391B5AA8258}"/>
          </ac:spMkLst>
        </pc:spChg>
        <pc:spChg chg="add del">
          <ac:chgData name="Fatma Alsagaf" userId="ef587b5e-378a-4bb3-aa9f-3c15b98138a4" providerId="ADAL" clId="{1D674CAD-0467-4497-ACC2-1332A3BF7A8F}" dt="2023-09-27T06:19:09.135" v="566" actId="26606"/>
          <ac:spMkLst>
            <pc:docMk/>
            <pc:sldMk cId="4234417317" sldId="287"/>
            <ac:spMk id="2139" creationId="{1D50F262-343C-4101-AB3C-9DA1072F7305}"/>
          </ac:spMkLst>
        </pc:spChg>
        <pc:spChg chg="add del">
          <ac:chgData name="Fatma Alsagaf" userId="ef587b5e-378a-4bb3-aa9f-3c15b98138a4" providerId="ADAL" clId="{1D674CAD-0467-4497-ACC2-1332A3BF7A8F}" dt="2023-09-27T06:19:09.135" v="566" actId="26606"/>
          <ac:spMkLst>
            <pc:docMk/>
            <pc:sldMk cId="4234417317" sldId="287"/>
            <ac:spMk id="2140" creationId="{6A0924B3-0260-445E-AFD7-9533C0D1B3C9}"/>
          </ac:spMkLst>
        </pc:spChg>
        <pc:spChg chg="add del">
          <ac:chgData name="Fatma Alsagaf" userId="ef587b5e-378a-4bb3-aa9f-3c15b98138a4" providerId="ADAL" clId="{1D674CAD-0467-4497-ACC2-1332A3BF7A8F}" dt="2023-09-27T06:19:09.135" v="566" actId="26606"/>
          <ac:spMkLst>
            <pc:docMk/>
            <pc:sldMk cId="4234417317" sldId="287"/>
            <ac:spMk id="2141" creationId="{7C34E8CB-B972-4A94-8469-315C10C2AA93}"/>
          </ac:spMkLst>
        </pc:spChg>
        <pc:spChg chg="add del">
          <ac:chgData name="Fatma Alsagaf" userId="ef587b5e-378a-4bb3-aa9f-3c15b98138a4" providerId="ADAL" clId="{1D674CAD-0467-4497-ACC2-1332A3BF7A8F}" dt="2023-09-27T06:19:09.135" v="566" actId="26606"/>
          <ac:spMkLst>
            <pc:docMk/>
            <pc:sldMk cId="4234417317" sldId="287"/>
            <ac:spMk id="2142" creationId="{114A821F-8663-46BA-8CC0-D4C44F639F3A}"/>
          </ac:spMkLst>
        </pc:spChg>
        <pc:spChg chg="add del">
          <ac:chgData name="Fatma Alsagaf" userId="ef587b5e-378a-4bb3-aa9f-3c15b98138a4" providerId="ADAL" clId="{1D674CAD-0467-4497-ACC2-1332A3BF7A8F}" dt="2023-09-27T06:19:09.135" v="566" actId="26606"/>
          <ac:spMkLst>
            <pc:docMk/>
            <pc:sldMk cId="4234417317" sldId="287"/>
            <ac:spMk id="2143" creationId="{67EF550F-47CE-4FB2-9DAC-12AD835C833D}"/>
          </ac:spMkLst>
        </pc:spChg>
        <pc:spChg chg="add del">
          <ac:chgData name="Fatma Alsagaf" userId="ef587b5e-378a-4bb3-aa9f-3c15b98138a4" providerId="ADAL" clId="{1D674CAD-0467-4497-ACC2-1332A3BF7A8F}" dt="2023-09-27T06:23:48.653" v="593" actId="26606"/>
          <ac:spMkLst>
            <pc:docMk/>
            <pc:sldMk cId="4234417317" sldId="287"/>
            <ac:spMk id="2148" creationId="{A8CCCB6D-5162-4AAE-A5E3-3AC55410DBCE}"/>
          </ac:spMkLst>
        </pc:spChg>
        <pc:spChg chg="add del">
          <ac:chgData name="Fatma Alsagaf" userId="ef587b5e-378a-4bb3-aa9f-3c15b98138a4" providerId="ADAL" clId="{1D674CAD-0467-4497-ACC2-1332A3BF7A8F}" dt="2023-09-27T06:23:48.653" v="593" actId="26606"/>
          <ac:spMkLst>
            <pc:docMk/>
            <pc:sldMk cId="4234417317" sldId="287"/>
            <ac:spMk id="2150" creationId="{0BCD8C04-CC7B-40EF-82EB-E9821F79BB86}"/>
          </ac:spMkLst>
        </pc:spChg>
        <pc:spChg chg="add del">
          <ac:chgData name="Fatma Alsagaf" userId="ef587b5e-378a-4bb3-aa9f-3c15b98138a4" providerId="ADAL" clId="{1D674CAD-0467-4497-ACC2-1332A3BF7A8F}" dt="2023-09-27T06:25:27.396" v="600" actId="26606"/>
          <ac:spMkLst>
            <pc:docMk/>
            <pc:sldMk cId="4234417317" sldId="287"/>
            <ac:spMk id="2155" creationId="{0A597D97-203B-498B-95D3-E90DC961039F}"/>
          </ac:spMkLst>
        </pc:spChg>
        <pc:spChg chg="add del">
          <ac:chgData name="Fatma Alsagaf" userId="ef587b5e-378a-4bb3-aa9f-3c15b98138a4" providerId="ADAL" clId="{1D674CAD-0467-4497-ACC2-1332A3BF7A8F}" dt="2023-09-27T06:25:27.396" v="600" actId="26606"/>
          <ac:spMkLst>
            <pc:docMk/>
            <pc:sldMk cId="4234417317" sldId="287"/>
            <ac:spMk id="2157" creationId="{6A6EF10E-DF41-4BD3-8EB4-6F646531DC26}"/>
          </ac:spMkLst>
        </pc:spChg>
        <pc:spChg chg="add del">
          <ac:chgData name="Fatma Alsagaf" userId="ef587b5e-378a-4bb3-aa9f-3c15b98138a4" providerId="ADAL" clId="{1D674CAD-0467-4497-ACC2-1332A3BF7A8F}" dt="2023-09-27T06:29:49.541" v="703" actId="26606"/>
          <ac:spMkLst>
            <pc:docMk/>
            <pc:sldMk cId="4234417317" sldId="287"/>
            <ac:spMk id="2162" creationId="{06DA9DF9-31F7-4056-B42E-878CC92417B8}"/>
          </ac:spMkLst>
        </pc:spChg>
        <pc:spChg chg="add del">
          <ac:chgData name="Fatma Alsagaf" userId="ef587b5e-378a-4bb3-aa9f-3c15b98138a4" providerId="ADAL" clId="{1D674CAD-0467-4497-ACC2-1332A3BF7A8F}" dt="2023-09-27T06:30:22.607" v="705" actId="26606"/>
          <ac:spMkLst>
            <pc:docMk/>
            <pc:sldMk cId="4234417317" sldId="287"/>
            <ac:spMk id="2167" creationId="{E91DC736-0EF8-4F87-9146-EBF1D2EE4D3D}"/>
          </ac:spMkLst>
        </pc:spChg>
        <pc:spChg chg="add del">
          <ac:chgData name="Fatma Alsagaf" userId="ef587b5e-378a-4bb3-aa9f-3c15b98138a4" providerId="ADAL" clId="{1D674CAD-0467-4497-ACC2-1332A3BF7A8F}" dt="2023-09-27T06:30:22.607" v="705" actId="26606"/>
          <ac:spMkLst>
            <pc:docMk/>
            <pc:sldMk cId="4234417317" sldId="287"/>
            <ac:spMk id="2169" creationId="{097CD68E-23E3-4007-8847-CD0944C4F7BE}"/>
          </ac:spMkLst>
        </pc:spChg>
        <pc:spChg chg="add del">
          <ac:chgData name="Fatma Alsagaf" userId="ef587b5e-378a-4bb3-aa9f-3c15b98138a4" providerId="ADAL" clId="{1D674CAD-0467-4497-ACC2-1332A3BF7A8F}" dt="2023-09-27T06:30:22.607" v="705" actId="26606"/>
          <ac:spMkLst>
            <pc:docMk/>
            <pc:sldMk cId="4234417317" sldId="287"/>
            <ac:spMk id="2171" creationId="{AF2F604E-43BE-4DC3-B983-E071523364F8}"/>
          </ac:spMkLst>
        </pc:spChg>
        <pc:spChg chg="add del">
          <ac:chgData name="Fatma Alsagaf" userId="ef587b5e-378a-4bb3-aa9f-3c15b98138a4" providerId="ADAL" clId="{1D674CAD-0467-4497-ACC2-1332A3BF7A8F}" dt="2023-09-27T06:30:22.607" v="705" actId="26606"/>
          <ac:spMkLst>
            <pc:docMk/>
            <pc:sldMk cId="4234417317" sldId="287"/>
            <ac:spMk id="2173" creationId="{08C9B587-E65E-4B52-B37C-ABEBB6E87928}"/>
          </ac:spMkLst>
        </pc:spChg>
        <pc:grpChg chg="add del">
          <ac:chgData name="Fatma Alsagaf" userId="ef587b5e-378a-4bb3-aa9f-3c15b98138a4" providerId="ADAL" clId="{1D674CAD-0467-4497-ACC2-1332A3BF7A8F}" dt="2023-09-27T06:16:56.544" v="541" actId="26606"/>
          <ac:grpSpMkLst>
            <pc:docMk/>
            <pc:sldMk cId="4234417317" sldId="287"/>
            <ac:grpSpMk id="2083" creationId="{A2A4F5A4-1409-1D21-0242-3FD06D0E874E}"/>
          </ac:grpSpMkLst>
        </pc:grpChg>
        <pc:grpChg chg="add del">
          <ac:chgData name="Fatma Alsagaf" userId="ef587b5e-378a-4bb3-aa9f-3c15b98138a4" providerId="ADAL" clId="{1D674CAD-0467-4497-ACC2-1332A3BF7A8F}" dt="2023-09-27T06:30:22.607" v="705" actId="26606"/>
          <ac:grpSpMkLst>
            <pc:docMk/>
            <pc:sldMk cId="4234417317" sldId="287"/>
            <ac:grpSpMk id="2178" creationId="{17F72E41-D8D7-F589-0125-D336DE2AF8BC}"/>
          </ac:grpSpMkLst>
        </pc:grpChg>
        <pc:picChg chg="add del mod ord">
          <ac:chgData name="Fatma Alsagaf" userId="ef587b5e-378a-4bb3-aa9f-3c15b98138a4" providerId="ADAL" clId="{1D674CAD-0467-4497-ACC2-1332A3BF7A8F}" dt="2023-09-27T06:25:09.429" v="599" actId="478"/>
          <ac:picMkLst>
            <pc:docMk/>
            <pc:sldMk cId="4234417317" sldId="287"/>
            <ac:picMk id="2050" creationId="{2628C806-E41D-5874-F081-9D8AD82215C5}"/>
          </ac:picMkLst>
        </pc:picChg>
        <pc:picChg chg="add mod ord">
          <ac:chgData name="Fatma Alsagaf" userId="ef587b5e-378a-4bb3-aa9f-3c15b98138a4" providerId="ADAL" clId="{1D674CAD-0467-4497-ACC2-1332A3BF7A8F}" dt="2023-09-27T06:30:22.607" v="705" actId="26606"/>
          <ac:picMkLst>
            <pc:docMk/>
            <pc:sldMk cId="4234417317" sldId="287"/>
            <ac:picMk id="2052" creationId="{1BC2254F-669D-C9D4-36C9-2493A7A3CE22}"/>
          </ac:picMkLst>
        </pc:picChg>
        <pc:picChg chg="add del">
          <ac:chgData name="Fatma Alsagaf" userId="ef587b5e-378a-4bb3-aa9f-3c15b98138a4" providerId="ADAL" clId="{1D674CAD-0467-4497-ACC2-1332A3BF7A8F}" dt="2023-09-27T06:18:42.583" v="558" actId="26606"/>
          <ac:picMkLst>
            <pc:docMk/>
            <pc:sldMk cId="4234417317" sldId="287"/>
            <ac:picMk id="2125" creationId="{D088DBDF-80D5-4FC0-8A54-9D660B728DC4}"/>
          </ac:picMkLst>
        </pc:picChg>
        <pc:cxnChg chg="add del">
          <ac:chgData name="Fatma Alsagaf" userId="ef587b5e-378a-4bb3-aa9f-3c15b98138a4" providerId="ADAL" clId="{1D674CAD-0467-4497-ACC2-1332A3BF7A8F}" dt="2023-09-27T06:16:43.569" v="533" actId="26606"/>
          <ac:cxnSpMkLst>
            <pc:docMk/>
            <pc:sldMk cId="4234417317" sldId="287"/>
            <ac:cxnSpMk id="2070" creationId="{522632D6-DED9-FDEC-FD9F-09FF0A4544CC}"/>
          </ac:cxnSpMkLst>
        </pc:cxnChg>
      </pc:sldChg>
      <pc:sldChg chg="add del">
        <pc:chgData name="Fatma Alsagaf" userId="ef587b5e-378a-4bb3-aa9f-3c15b98138a4" providerId="ADAL" clId="{1D674CAD-0467-4497-ACC2-1332A3BF7A8F}" dt="2023-09-27T07:47:29.080" v="1230" actId="47"/>
        <pc:sldMkLst>
          <pc:docMk/>
          <pc:sldMk cId="1072824371" sldId="288"/>
        </pc:sldMkLst>
      </pc:sldChg>
      <pc:sldChg chg="addSp delSp modSp new del mod setBg">
        <pc:chgData name="Fatma Alsagaf" userId="ef587b5e-378a-4bb3-aa9f-3c15b98138a4" providerId="ADAL" clId="{1D674CAD-0467-4497-ACC2-1332A3BF7A8F}" dt="2023-09-27T07:03:45.029" v="1179" actId="47"/>
        <pc:sldMkLst>
          <pc:docMk/>
          <pc:sldMk cId="4219558864" sldId="288"/>
        </pc:sldMkLst>
        <pc:spChg chg="mod">
          <ac:chgData name="Fatma Alsagaf" userId="ef587b5e-378a-4bb3-aa9f-3c15b98138a4" providerId="ADAL" clId="{1D674CAD-0467-4497-ACC2-1332A3BF7A8F}" dt="2023-09-27T06:31:32.245" v="767" actId="26606"/>
          <ac:spMkLst>
            <pc:docMk/>
            <pc:sldMk cId="4219558864" sldId="288"/>
            <ac:spMk id="2" creationId="{6269B788-2DBB-A5A7-DD15-D065FD3BBE78}"/>
          </ac:spMkLst>
        </pc:spChg>
        <pc:spChg chg="add del mod">
          <ac:chgData name="Fatma Alsagaf" userId="ef587b5e-378a-4bb3-aa9f-3c15b98138a4" providerId="ADAL" clId="{1D674CAD-0467-4497-ACC2-1332A3BF7A8F}" dt="2023-09-27T06:31:57.189" v="773"/>
          <ac:spMkLst>
            <pc:docMk/>
            <pc:sldMk cId="4219558864" sldId="288"/>
            <ac:spMk id="3" creationId="{E9D74F92-7DA2-1D0F-51CC-BF84DC82BAE5}"/>
          </ac:spMkLst>
        </pc:spChg>
        <pc:spChg chg="add mod">
          <ac:chgData name="Fatma Alsagaf" userId="ef587b5e-378a-4bb3-aa9f-3c15b98138a4" providerId="ADAL" clId="{1D674CAD-0467-4497-ACC2-1332A3BF7A8F}" dt="2023-09-27T06:54:11.518" v="939" actId="20577"/>
          <ac:spMkLst>
            <pc:docMk/>
            <pc:sldMk cId="4219558864" sldId="288"/>
            <ac:spMk id="5" creationId="{1BFB573A-13B5-B311-8DCF-6A08725B12BE}"/>
          </ac:spMkLst>
        </pc:spChg>
        <pc:spChg chg="add mod">
          <ac:chgData name="Fatma Alsagaf" userId="ef587b5e-378a-4bb3-aa9f-3c15b98138a4" providerId="ADAL" clId="{1D674CAD-0467-4497-ACC2-1332A3BF7A8F}" dt="2023-09-27T06:55:03.325" v="1019" actId="20577"/>
          <ac:spMkLst>
            <pc:docMk/>
            <pc:sldMk cId="4219558864" sldId="288"/>
            <ac:spMk id="6" creationId="{6D732477-EB59-615A-D05F-FB2246B01512}"/>
          </ac:spMkLst>
        </pc:spChg>
        <pc:spChg chg="add">
          <ac:chgData name="Fatma Alsagaf" userId="ef587b5e-378a-4bb3-aa9f-3c15b98138a4" providerId="ADAL" clId="{1D674CAD-0467-4497-ACC2-1332A3BF7A8F}" dt="2023-09-27T06:31:32.245" v="767" actId="26606"/>
          <ac:spMkLst>
            <pc:docMk/>
            <pc:sldMk cId="4219558864" sldId="288"/>
            <ac:spMk id="7" creationId="{C3896A03-3945-419A-B66B-4EE266EDD152}"/>
          </ac:spMkLst>
        </pc:spChg>
        <pc:spChg chg="add">
          <ac:chgData name="Fatma Alsagaf" userId="ef587b5e-378a-4bb3-aa9f-3c15b98138a4" providerId="ADAL" clId="{1D674CAD-0467-4497-ACC2-1332A3BF7A8F}" dt="2023-09-27T06:31:32.245" v="767" actId="26606"/>
          <ac:spMkLst>
            <pc:docMk/>
            <pc:sldMk cId="4219558864" sldId="288"/>
            <ac:spMk id="9" creationId="{B34F5AD2-EDBD-4BBD-A55C-EAFFD0C7097A}"/>
          </ac:spMkLst>
        </pc:spChg>
      </pc:sldChg>
      <pc:sldChg chg="addSp modSp add mod">
        <pc:chgData name="Fatma Alsagaf" userId="ef587b5e-378a-4bb3-aa9f-3c15b98138a4" providerId="ADAL" clId="{1D674CAD-0467-4497-ACC2-1332A3BF7A8F}" dt="2023-09-27T07:48:13.708" v="1260" actId="1037"/>
        <pc:sldMkLst>
          <pc:docMk/>
          <pc:sldMk cId="3621479435" sldId="289"/>
        </pc:sldMkLst>
        <pc:spChg chg="mod">
          <ac:chgData name="Fatma Alsagaf" userId="ef587b5e-378a-4bb3-aa9f-3c15b98138a4" providerId="ADAL" clId="{1D674CAD-0467-4497-ACC2-1332A3BF7A8F}" dt="2023-09-27T07:48:06.281" v="1248" actId="1076"/>
          <ac:spMkLst>
            <pc:docMk/>
            <pc:sldMk cId="3621479435" sldId="289"/>
            <ac:spMk id="2" creationId="{00000000-0000-0000-0000-000000000000}"/>
          </ac:spMkLst>
        </pc:spChg>
        <pc:spChg chg="add mod">
          <ac:chgData name="Fatma Alsagaf" userId="ef587b5e-378a-4bb3-aa9f-3c15b98138a4" providerId="ADAL" clId="{1D674CAD-0467-4497-ACC2-1332A3BF7A8F}" dt="2023-09-27T07:48:04.884" v="1247" actId="571"/>
          <ac:spMkLst>
            <pc:docMk/>
            <pc:sldMk cId="3621479435" sldId="289"/>
            <ac:spMk id="8" creationId="{72ACCF01-F578-47BA-E3D4-571AF4C2422B}"/>
          </ac:spMkLst>
        </pc:spChg>
        <pc:spChg chg="mod">
          <ac:chgData name="Fatma Alsagaf" userId="ef587b5e-378a-4bb3-aa9f-3c15b98138a4" providerId="ADAL" clId="{1D674CAD-0467-4497-ACC2-1332A3BF7A8F}" dt="2023-09-27T07:48:13.708" v="1260" actId="1037"/>
          <ac:spMkLst>
            <pc:docMk/>
            <pc:sldMk cId="3621479435" sldId="289"/>
            <ac:spMk id="26" creationId="{A679C2BE-32A7-339A-1E52-36AF401139AD}"/>
          </ac:spMkLst>
        </pc:spChg>
      </pc:sldChg>
      <pc:sldChg chg="modSp new del mod">
        <pc:chgData name="Fatma Alsagaf" userId="ef587b5e-378a-4bb3-aa9f-3c15b98138a4" providerId="ADAL" clId="{1D674CAD-0467-4497-ACC2-1332A3BF7A8F}" dt="2023-09-27T07:03:46.031" v="1180" actId="47"/>
        <pc:sldMkLst>
          <pc:docMk/>
          <pc:sldMk cId="4150712770" sldId="289"/>
        </pc:sldMkLst>
        <pc:spChg chg="mod">
          <ac:chgData name="Fatma Alsagaf" userId="ef587b5e-378a-4bb3-aa9f-3c15b98138a4" providerId="ADAL" clId="{1D674CAD-0467-4497-ACC2-1332A3BF7A8F}" dt="2023-09-27T06:31:43.531" v="771"/>
          <ac:spMkLst>
            <pc:docMk/>
            <pc:sldMk cId="4150712770" sldId="289"/>
            <ac:spMk id="2" creationId="{38424D80-EC54-B31B-D8A6-C1FEA361FD1A}"/>
          </ac:spMkLst>
        </pc:spChg>
      </pc:sldChg>
      <pc:sldMasterChg chg="addSldLayout delSldLayout modSldLayout">
        <pc:chgData name="Fatma Alsagaf" userId="ef587b5e-378a-4bb3-aa9f-3c15b98138a4" providerId="ADAL" clId="{1D674CAD-0467-4497-ACC2-1332A3BF7A8F}" dt="2023-09-27T07:14:58.149" v="1193" actId="47"/>
        <pc:sldMasterMkLst>
          <pc:docMk/>
          <pc:sldMasterMk cId="480607967" sldId="2147483660"/>
        </pc:sldMasterMkLst>
        <pc:sldLayoutChg chg="add del">
          <pc:chgData name="Fatma Alsagaf" userId="ef587b5e-378a-4bb3-aa9f-3c15b98138a4" providerId="ADAL" clId="{1D674CAD-0467-4497-ACC2-1332A3BF7A8F}" dt="2023-09-26T18:49:43.330" v="7" actId="2696"/>
          <pc:sldLayoutMkLst>
            <pc:docMk/>
            <pc:sldMasterMk cId="480607967" sldId="2147483660"/>
            <pc:sldLayoutMk cId="1409450526" sldId="2147483673"/>
          </pc:sldLayoutMkLst>
        </pc:sldLayoutChg>
        <pc:sldLayoutChg chg="delSp add del mod">
          <pc:chgData name="Fatma Alsagaf" userId="ef587b5e-378a-4bb3-aa9f-3c15b98138a4" providerId="ADAL" clId="{1D674CAD-0467-4497-ACC2-1332A3BF7A8F}" dt="2023-09-27T07:14:58.149" v="1193" actId="47"/>
          <pc:sldLayoutMkLst>
            <pc:docMk/>
            <pc:sldMasterMk cId="480607967" sldId="2147483660"/>
            <pc:sldLayoutMk cId="2198232393" sldId="2147483674"/>
          </pc:sldLayoutMkLst>
          <pc:grpChg chg="del">
            <ac:chgData name="Fatma Alsagaf" userId="ef587b5e-378a-4bb3-aa9f-3c15b98138a4" providerId="ADAL" clId="{1D674CAD-0467-4497-ACC2-1332A3BF7A8F}" dt="2023-09-26T18:49:19.398" v="4" actId="478"/>
            <ac:grpSpMkLst>
              <pc:docMk/>
              <pc:sldMasterMk cId="480607967" sldId="2147483660"/>
              <pc:sldLayoutMk cId="2198232393" sldId="2147483674"/>
              <ac:grpSpMk id="6" creationId="{00000000-0000-0000-0000-000000000000}"/>
            </ac:grpSpMkLst>
          </pc:gr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AEA40-1129-4360-802B-1CEAD98A8D81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60B3C-D903-41FA-B857-FC1508306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53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4555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7064-59EE-BFF1-687C-6DAE335A5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6ED8B-5B16-6574-5163-AACB93D48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43161-D68A-68D3-F212-CC38C8D8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F11B8-BD6C-75FD-05CE-A9A13B00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BB351-39B7-B5F7-6FA2-AF71F043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3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420A-7F90-9356-467C-EB30C8E7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98A81-3D7F-6352-CE0A-B1A4E12E7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97243-6A14-BC7B-8E9C-5D09D243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639FB-7C51-CA26-A363-1450A518B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D269A-A56E-E872-1B1B-5B025023D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1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6598-1DF4-4D0E-0F15-A8A5F258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F82EA-296C-B101-6C2E-9B96B10E6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AF679-D322-ADEF-BBED-D92EED255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75D76-7DD7-A99F-B4B9-1F1E02042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8FB28-70A2-A656-AF7F-C913ACF9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7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30DC0-4FD6-81F1-D13A-AB7AF3A4B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CFD2F-3BC4-8637-2142-23FA194BD2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296E0-B49A-1DEA-952B-E18620312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E2FE5-5CF4-F86B-2316-33D7F101C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E3681-3F05-25C7-E094-24B98C5B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BBB6D-EE76-3027-C424-2753C960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3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475A-563E-6182-92E4-8D0EEF5AD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86887-9BCB-2415-6CBC-CD8ED57D3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29643-D980-D50D-FEBA-FA5301BC0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B03AB-3F43-316F-2056-42C38BA81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BBECB-8D22-DD24-C3AB-1CCFDD4AA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4B717-DF7C-2A28-3E73-955626CDE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102C29-1C7B-BD12-A38D-C62DE0F27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E9A5F4-09A4-01F3-6A1C-1E971050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6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1BAF-8F06-68F4-7CD9-04F41379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1FC4C-2607-B5AF-6F4C-C8CD7152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0BC3C-FCDA-89E9-3C6F-E00EA31D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D2A18-A7A3-DC02-4684-BF35CB8D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C01EA7-25E1-CD37-F7E6-F93146F77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26B9F-1CB1-6905-2BE6-99E01058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C44B7-248C-31CB-50B1-5CB88DFB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37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433D9-DD28-9793-8C30-3343910F8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07AD6-32A3-3D03-944C-D27CD53D2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03D8A-F310-E495-FB05-872FF1F15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BD002-C9C7-11CA-939A-AD6DC16D4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E25C2-9E21-D27B-FABC-59F674900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D7EF0-AB8C-63C8-139D-D6D12E62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3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A77A-FBCA-03AA-CC1D-CA884775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5B50F9-9A5F-BCD5-83DD-2C877EB9A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9D99-A1E9-8D46-7F60-F45E23CE2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988E6-1930-B6AD-D027-756650EA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DD486-5A5E-BF84-35FA-F77AF1EE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8A004-C957-DD1D-6317-DD2172A1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8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834FD-A36A-9BCA-D34C-D42E38F3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0B7DC-DE09-994D-3FD6-83340ACA5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C7B03-5293-A555-4CE7-BED1E3E9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5CBA7-4235-3EAD-441C-E8EF44BD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5321B-F2AB-575B-AA2A-8A07467E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D2721-98B4-A3F3-4D89-D5B15C080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1C8CB-1A81-1F11-FAB8-8D745AEC0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AAD9D-0A97-6E37-8D8F-3CACD8C6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46F79-F99C-AC76-A47E-AA51F6D61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2E2C8-CA18-A9AE-B1CC-151C4317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52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887117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9902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58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66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89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7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5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29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96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5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67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567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569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0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3D096C-9DFE-D4FB-43F7-359A248F9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670B0-C85A-40A9-418C-DEECD2F8F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D6A51-A80D-76C2-0AB2-CCD27E3B5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F0754-47A4-40CA-95C7-83D83DCF0C78}" type="datetimeFigureOut">
              <a:rPr lang="en-US" smtClean="0"/>
              <a:t>27/09/2023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78C5-A595-7B2D-F3C9-E341513DE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B4E7C-A1D8-79BD-20A4-FCEA22117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EB041-F38E-4B78-B528-AE97AC8FC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9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1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6"/>
            <a:ext cx="10972801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27/09/2023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5" name="Rectangle 111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30" name="Picture 6" descr="Paper Mate Flair Felt Tip Pen Medium Point 16 Color Set">
            <a:extLst>
              <a:ext uri="{FF2B5EF4-FFF2-40B4-BE49-F238E27FC236}">
                <a16:creationId xmlns:a16="http://schemas.microsoft.com/office/drawing/2014/main" id="{F4A1B0BC-9BEE-C90F-1329-AB104D9A64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79" r="2" b="29395"/>
          <a:stretch/>
        </p:blipFill>
        <p:spPr bwMode="auto">
          <a:xfrm>
            <a:off x="5542935" y="10"/>
            <a:ext cx="6649073" cy="3406130"/>
          </a:xfrm>
          <a:custGeom>
            <a:avLst/>
            <a:gdLst/>
            <a:ahLst/>
            <a:cxnLst/>
            <a:rect l="l" t="t" r="r" b="b"/>
            <a:pathLst>
              <a:path w="6649073" h="3387852">
                <a:moveTo>
                  <a:pt x="0" y="0"/>
                </a:moveTo>
                <a:lnTo>
                  <a:pt x="5064418" y="0"/>
                </a:lnTo>
                <a:lnTo>
                  <a:pt x="6338666" y="0"/>
                </a:lnTo>
                <a:lnTo>
                  <a:pt x="6649073" y="0"/>
                </a:lnTo>
                <a:lnTo>
                  <a:pt x="6649073" y="3387852"/>
                </a:lnTo>
                <a:lnTo>
                  <a:pt x="6338666" y="3387852"/>
                </a:lnTo>
                <a:lnTo>
                  <a:pt x="5064418" y="3387852"/>
                </a:lnTo>
                <a:lnTo>
                  <a:pt x="1617516" y="3387852"/>
                </a:lnTo>
                <a:lnTo>
                  <a:pt x="1616328" y="3337395"/>
                </a:lnTo>
                <a:cubicBezTo>
                  <a:pt x="1549534" y="1928213"/>
                  <a:pt x="985089" y="708413"/>
                  <a:pt x="22123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7,600+ Blank Puzzle Pieces Stock Photos, Pictures &amp; Royalty-Free Images -  iStock">
            <a:extLst>
              <a:ext uri="{FF2B5EF4-FFF2-40B4-BE49-F238E27FC236}">
                <a16:creationId xmlns:a16="http://schemas.microsoft.com/office/drawing/2014/main" id="{7EB1F1DB-3707-4F84-20D0-34F437D572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83" r="-1" b="15881"/>
          <a:stretch/>
        </p:blipFill>
        <p:spPr bwMode="auto">
          <a:xfrm>
            <a:off x="4663492" y="3429000"/>
            <a:ext cx="7528500" cy="3429000"/>
          </a:xfrm>
          <a:custGeom>
            <a:avLst/>
            <a:gdLst/>
            <a:ahLst/>
            <a:cxnLst/>
            <a:rect l="l" t="t" r="r" b="b"/>
            <a:pathLst>
              <a:path w="7528500" h="3387852">
                <a:moveTo>
                  <a:pt x="2499187" y="0"/>
                </a:moveTo>
                <a:lnTo>
                  <a:pt x="6611755" y="0"/>
                </a:lnTo>
                <a:lnTo>
                  <a:pt x="7218398" y="0"/>
                </a:lnTo>
                <a:lnTo>
                  <a:pt x="7528500" y="0"/>
                </a:lnTo>
                <a:lnTo>
                  <a:pt x="7528500" y="3387852"/>
                </a:lnTo>
                <a:lnTo>
                  <a:pt x="7218398" y="3387852"/>
                </a:lnTo>
                <a:lnTo>
                  <a:pt x="6611755" y="3387852"/>
                </a:lnTo>
                <a:lnTo>
                  <a:pt x="0" y="3387852"/>
                </a:lnTo>
                <a:lnTo>
                  <a:pt x="111756" y="3310451"/>
                </a:lnTo>
                <a:cubicBezTo>
                  <a:pt x="285574" y="3182960"/>
                  <a:pt x="456201" y="3045249"/>
                  <a:pt x="628405" y="2904666"/>
                </a:cubicBezTo>
                <a:cubicBezTo>
                  <a:pt x="1574029" y="2132691"/>
                  <a:pt x="2502754" y="1498983"/>
                  <a:pt x="2502754" y="15150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" name="Freeform: Shape 1114">
            <a:extLst>
              <a:ext uri="{FF2B5EF4-FFF2-40B4-BE49-F238E27FC236}">
                <a16:creationId xmlns:a16="http://schemas.microsoft.com/office/drawing/2014/main" id="{7CCB11B8-8FE9-4239-8A0C-4A296B66C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27" name="Freeform: Shape 1116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21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1128" name="Freeform: Shape 1118">
            <a:extLst>
              <a:ext uri="{FF2B5EF4-FFF2-40B4-BE49-F238E27FC236}">
                <a16:creationId xmlns:a16="http://schemas.microsoft.com/office/drawing/2014/main" id="{FA218BCC-FC3A-4169-BEA9-B82E71028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12192001"/>
              <a:gd name="connsiteY0" fmla="*/ 0 h 6858000"/>
              <a:gd name="connsiteX1" fmla="*/ 69061 w 12192001"/>
              <a:gd name="connsiteY1" fmla="*/ 0 h 6858000"/>
              <a:gd name="connsiteX2" fmla="*/ 164839 w 12192001"/>
              <a:gd name="connsiteY2" fmla="*/ 0 h 6858000"/>
              <a:gd name="connsiteX3" fmla="*/ 568151 w 12192001"/>
              <a:gd name="connsiteY3" fmla="*/ 0 h 6858000"/>
              <a:gd name="connsiteX4" fmla="*/ 2985579 w 12192001"/>
              <a:gd name="connsiteY4" fmla="*/ 0 h 6858000"/>
              <a:gd name="connsiteX5" fmla="*/ 5713293 w 12192001"/>
              <a:gd name="connsiteY5" fmla="*/ 0 h 6858000"/>
              <a:gd name="connsiteX6" fmla="*/ 5728683 w 12192001"/>
              <a:gd name="connsiteY6" fmla="*/ 10445 h 6858000"/>
              <a:gd name="connsiteX7" fmla="*/ 7302921 w 12192001"/>
              <a:gd name="connsiteY7" fmla="*/ 3057689 h 6858000"/>
              <a:gd name="connsiteX8" fmla="*/ 7319385 w 12192001"/>
              <a:gd name="connsiteY8" fmla="*/ 3406140 h 6858000"/>
              <a:gd name="connsiteX9" fmla="*/ 12192001 w 12192001"/>
              <a:gd name="connsiteY9" fmla="*/ 3406140 h 6858000"/>
              <a:gd name="connsiteX10" fmla="*/ 12192001 w 12192001"/>
              <a:gd name="connsiteY10" fmla="*/ 3451860 h 6858000"/>
              <a:gd name="connsiteX11" fmla="*/ 7321545 w 12192001"/>
              <a:gd name="connsiteY11" fmla="*/ 3451860 h 6858000"/>
              <a:gd name="connsiteX12" fmla="*/ 7329580 w 12192001"/>
              <a:gd name="connsiteY12" fmla="*/ 3621913 h 6858000"/>
              <a:gd name="connsiteX13" fmla="*/ 5455232 w 12192001"/>
              <a:gd name="connsiteY13" fmla="*/ 6378742 h 6858000"/>
              <a:gd name="connsiteX14" fmla="*/ 4938583 w 12192001"/>
              <a:gd name="connsiteY14" fmla="*/ 6785068 h 6858000"/>
              <a:gd name="connsiteX15" fmla="*/ 4833420 w 12192001"/>
              <a:gd name="connsiteY15" fmla="*/ 6858000 h 6858000"/>
              <a:gd name="connsiteX16" fmla="*/ 2985579 w 12192001"/>
              <a:gd name="connsiteY16" fmla="*/ 6858000 h 6858000"/>
              <a:gd name="connsiteX17" fmla="*/ 568151 w 12192001"/>
              <a:gd name="connsiteY17" fmla="*/ 6858000 h 6858000"/>
              <a:gd name="connsiteX18" fmla="*/ 164839 w 12192001"/>
              <a:gd name="connsiteY18" fmla="*/ 6858000 h 6858000"/>
              <a:gd name="connsiteX19" fmla="*/ 69061 w 12192001"/>
              <a:gd name="connsiteY19" fmla="*/ 6858000 h 6858000"/>
              <a:gd name="connsiteX20" fmla="*/ 0 w 12192001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2001" h="6858000">
                <a:moveTo>
                  <a:pt x="0" y="0"/>
                </a:moveTo>
                <a:lnTo>
                  <a:pt x="69061" y="0"/>
                </a:lnTo>
                <a:lnTo>
                  <a:pt x="164839" y="0"/>
                </a:lnTo>
                <a:lnTo>
                  <a:pt x="568151" y="0"/>
                </a:lnTo>
                <a:lnTo>
                  <a:pt x="2985579" y="0"/>
                </a:lnTo>
                <a:lnTo>
                  <a:pt x="5713293" y="0"/>
                </a:lnTo>
                <a:lnTo>
                  <a:pt x="5728683" y="10445"/>
                </a:lnTo>
                <a:cubicBezTo>
                  <a:pt x="6627449" y="658496"/>
                  <a:pt x="7179061" y="1765698"/>
                  <a:pt x="7302921" y="3057689"/>
                </a:cubicBezTo>
                <a:lnTo>
                  <a:pt x="7319385" y="3406140"/>
                </a:lnTo>
                <a:lnTo>
                  <a:pt x="12192001" y="3406140"/>
                </a:lnTo>
                <a:lnTo>
                  <a:pt x="12192001" y="3451860"/>
                </a:lnTo>
                <a:lnTo>
                  <a:pt x="7321545" y="3451860"/>
                </a:lnTo>
                <a:lnTo>
                  <a:pt x="7329580" y="3621913"/>
                </a:lnTo>
                <a:cubicBezTo>
                  <a:pt x="7329580" y="4971185"/>
                  <a:pt x="6400856" y="5605738"/>
                  <a:pt x="5455232" y="6378742"/>
                </a:cubicBezTo>
                <a:cubicBezTo>
                  <a:pt x="5283029" y="6519512"/>
                  <a:pt x="5112400" y="6657407"/>
                  <a:pt x="4938583" y="6785068"/>
                </a:cubicBezTo>
                <a:lnTo>
                  <a:pt x="4833420" y="6858000"/>
                </a:lnTo>
                <a:lnTo>
                  <a:pt x="2985579" y="6858000"/>
                </a:lnTo>
                <a:lnTo>
                  <a:pt x="568151" y="6858000"/>
                </a:lnTo>
                <a:lnTo>
                  <a:pt x="164839" y="6858000"/>
                </a:lnTo>
                <a:lnTo>
                  <a:pt x="690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>
              <a:solidFill>
                <a:prstClr val="white"/>
              </a:solidFill>
              <a:latin typeface="Meiry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866F0-4599-1D9F-9B12-F930301A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346268"/>
            <a:ext cx="5614514" cy="29295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 dirty="0"/>
              <a:t>Energizer…</a:t>
            </a:r>
            <a:br>
              <a:rPr lang="en-US" sz="6000" dirty="0"/>
            </a:br>
            <a:r>
              <a:rPr lang="en-US" sz="6000" dirty="0">
                <a:solidFill>
                  <a:srgbClr val="C00000"/>
                </a:solidFill>
              </a:rPr>
              <a:t>Creativity Puzzle</a:t>
            </a:r>
            <a:endParaRPr lang="en-US" sz="6000" kern="12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76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C24D50-708B-10F3-8A6F-895E80704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264" y="4944352"/>
            <a:ext cx="9714271" cy="1534187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800" b="1" dirty="0"/>
              <a:t>What symbolizes you or your strengths best?</a:t>
            </a:r>
          </a:p>
        </p:txBody>
      </p:sp>
      <p:pic>
        <p:nvPicPr>
          <p:cNvPr id="6" name="Picture 5" descr="A hand holding a white marker&#10;&#10;Description automatically generated">
            <a:extLst>
              <a:ext uri="{FF2B5EF4-FFF2-40B4-BE49-F238E27FC236}">
                <a16:creationId xmlns:a16="http://schemas.microsoft.com/office/drawing/2014/main" id="{2D38B222-0FEF-305C-8BC7-9438E64185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5" b="2"/>
          <a:stretch/>
        </p:blipFill>
        <p:spPr>
          <a:xfrm>
            <a:off x="20" y="10"/>
            <a:ext cx="6095980" cy="4605671"/>
          </a:xfrm>
          <a:prstGeom prst="rect">
            <a:avLst/>
          </a:prstGeom>
        </p:spPr>
      </p:pic>
      <p:pic>
        <p:nvPicPr>
          <p:cNvPr id="8" name="Picture 7" descr="A rainbow paint splash with white text&#10;&#10;Description automatically generated">
            <a:extLst>
              <a:ext uri="{FF2B5EF4-FFF2-40B4-BE49-F238E27FC236}">
                <a16:creationId xmlns:a16="http://schemas.microsoft.com/office/drawing/2014/main" id="{FE6351AC-E7DF-35C3-9DCA-13D9D8AA2B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3" b="11454"/>
          <a:stretch/>
        </p:blipFill>
        <p:spPr>
          <a:xfrm>
            <a:off x="6095998" y="10"/>
            <a:ext cx="6096000" cy="460567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2A4F5A4-1409-1D21-0242-3FD06D0E8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4543999"/>
            <a:ext cx="12192000" cy="123364"/>
            <a:chOff x="1" y="6737460"/>
            <a:chExt cx="12192000" cy="12336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B05FAC-21CF-D544-5CD5-C4FB65772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3E6EB2-0E8D-3B8D-C520-219B1D4F0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AutoShape 6" descr="Hand with marker Stock Photos, Royalty Free Hand with marker Images |  Depositphotos">
            <a:extLst>
              <a:ext uri="{FF2B5EF4-FFF2-40B4-BE49-F238E27FC236}">
                <a16:creationId xmlns:a16="http://schemas.microsoft.com/office/drawing/2014/main" id="{CD1D5D95-CDD2-6346-D087-8ACCB6F0BE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7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67" name="Rectangle 216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1BC2254F-669D-C9D4-36C9-2493A7A3CE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7" r="15254" b="1393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69" name="Rectangle 216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FF17F-AAD7-3126-4DAD-E8558C80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800" b="1" dirty="0"/>
              <a:t>Collaborative Assembly</a:t>
            </a:r>
            <a:endParaRPr lang="en-US" sz="4800" dirty="0"/>
          </a:p>
        </p:txBody>
      </p:sp>
      <p:sp>
        <p:nvSpPr>
          <p:cNvPr id="2171" name="Rectangle 217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73" name="Rectangle 217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41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471" y="275677"/>
            <a:ext cx="10972801" cy="711081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AATC Collaborative Masterpiece Artwork!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DBBA4A0-449F-4218-948F-A7A64EDC361A}"/>
              </a:ext>
            </a:extLst>
          </p:cNvPr>
          <p:cNvSpPr txBox="1"/>
          <p:nvPr/>
        </p:nvSpPr>
        <p:spPr>
          <a:xfrm>
            <a:off x="1930216" y="5278802"/>
            <a:ext cx="1562657" cy="1426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1218987"/>
            <a:r>
              <a:rPr 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  <a:cs typeface="Arial" pitchFamily="34" charset="0"/>
              </a:rPr>
              <a:t>Our differences are our assets. By embracing our individuality, we enhance our collective strength.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9FF80A-D6FD-49BB-BF11-7755E35D22D4}"/>
              </a:ext>
            </a:extLst>
          </p:cNvPr>
          <p:cNvSpPr/>
          <p:nvPr/>
        </p:nvSpPr>
        <p:spPr>
          <a:xfrm>
            <a:off x="1844419" y="4264738"/>
            <a:ext cx="1690450" cy="838200"/>
          </a:xfrm>
          <a:prstGeom prst="roundRect">
            <a:avLst>
              <a:gd name="adj" fmla="val 55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AA263FC6-73F0-4E1D-8832-A39D54463541}"/>
              </a:ext>
            </a:extLst>
          </p:cNvPr>
          <p:cNvSpPr/>
          <p:nvPr/>
        </p:nvSpPr>
        <p:spPr>
          <a:xfrm>
            <a:off x="8883483" y="4264738"/>
            <a:ext cx="1690450" cy="838200"/>
          </a:xfrm>
          <a:prstGeom prst="roundRect">
            <a:avLst>
              <a:gd name="adj" fmla="val 375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48ABD8B2-16D3-43E9-97FF-28344CFC3CA5}"/>
              </a:ext>
            </a:extLst>
          </p:cNvPr>
          <p:cNvSpPr/>
          <p:nvPr/>
        </p:nvSpPr>
        <p:spPr>
          <a:xfrm>
            <a:off x="7123717" y="4264738"/>
            <a:ext cx="1690450" cy="838200"/>
          </a:xfrm>
          <a:prstGeom prst="roundRect">
            <a:avLst>
              <a:gd name="adj" fmla="val 375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37DCA11D-4D27-4D23-B3B3-1090EFF8C510}"/>
              </a:ext>
            </a:extLst>
          </p:cNvPr>
          <p:cNvSpPr/>
          <p:nvPr/>
        </p:nvSpPr>
        <p:spPr>
          <a:xfrm>
            <a:off x="3604185" y="4264738"/>
            <a:ext cx="1690450" cy="838200"/>
          </a:xfrm>
          <a:prstGeom prst="roundRect">
            <a:avLst>
              <a:gd name="adj" fmla="val 377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3DD31660-A0BF-4B4E-9BB1-BB8D05EDDB0C}"/>
              </a:ext>
            </a:extLst>
          </p:cNvPr>
          <p:cNvSpPr/>
          <p:nvPr/>
        </p:nvSpPr>
        <p:spPr>
          <a:xfrm>
            <a:off x="5363951" y="4264738"/>
            <a:ext cx="1690450" cy="838200"/>
          </a:xfrm>
          <a:prstGeom prst="roundRect">
            <a:avLst>
              <a:gd name="adj" fmla="val 375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F5158BD-1D72-43F3-AEEE-CE36A6DE54C6}"/>
              </a:ext>
            </a:extLst>
          </p:cNvPr>
          <p:cNvSpPr txBox="1"/>
          <p:nvPr/>
        </p:nvSpPr>
        <p:spPr>
          <a:xfrm>
            <a:off x="1897081" y="4364114"/>
            <a:ext cx="1595793" cy="639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8987"/>
            <a:r>
              <a:rPr lang="en-US" sz="1300" b="1" kern="0" dirty="0">
                <a:solidFill>
                  <a:srgbClr val="E35A35"/>
                </a:solidFill>
                <a:latin typeface="Segoe UI"/>
                <a:cs typeface="Arial" pitchFamily="34" charset="0"/>
              </a:rPr>
              <a:t>Embrace Uniqueness, Embrace Unity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705CF2C-1A34-44D5-AC0B-FF19645322C8}"/>
              </a:ext>
            </a:extLst>
          </p:cNvPr>
          <p:cNvSpPr txBox="1"/>
          <p:nvPr/>
        </p:nvSpPr>
        <p:spPr>
          <a:xfrm>
            <a:off x="3649681" y="4364114"/>
            <a:ext cx="1595793" cy="639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8987"/>
            <a:r>
              <a:rPr lang="en-US" sz="1300" b="1" kern="0" dirty="0">
                <a:solidFill>
                  <a:srgbClr val="ECB448"/>
                </a:solidFill>
                <a:latin typeface="Segoe UI"/>
                <a:cs typeface="Arial" pitchFamily="34" charset="0"/>
              </a:rPr>
              <a:t>Individuality Sparks, Collaboration Ignites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1919BAF-175F-4491-93FB-1E066F8869C0}"/>
              </a:ext>
            </a:extLst>
          </p:cNvPr>
          <p:cNvSpPr txBox="1"/>
          <p:nvPr/>
        </p:nvSpPr>
        <p:spPr>
          <a:xfrm>
            <a:off x="5416613" y="4364114"/>
            <a:ext cx="1595793" cy="639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8987"/>
            <a:r>
              <a:rPr lang="en-US" sz="1300" b="1" kern="0" dirty="0">
                <a:solidFill>
                  <a:srgbClr val="5FB7A2"/>
                </a:solidFill>
                <a:latin typeface="Segoe UI"/>
                <a:cs typeface="Arial" pitchFamily="34" charset="0"/>
              </a:rPr>
              <a:t>Together, We're the Complete Puzzle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6878D80-A5BB-4133-825E-7CE88FA8D4C0}"/>
              </a:ext>
            </a:extLst>
          </p:cNvPr>
          <p:cNvSpPr txBox="1"/>
          <p:nvPr/>
        </p:nvSpPr>
        <p:spPr>
          <a:xfrm>
            <a:off x="7176379" y="4364114"/>
            <a:ext cx="1595793" cy="639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8987"/>
            <a:r>
              <a:rPr lang="en-US" sz="1300" b="1" kern="0" dirty="0">
                <a:solidFill>
                  <a:srgbClr val="3081AC"/>
                </a:solidFill>
                <a:latin typeface="Segoe UI"/>
                <a:cs typeface="Arial" pitchFamily="34" charset="0"/>
              </a:rPr>
              <a:t>Success Stems from Teamwork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BCB1BB2-5D26-4E3C-9771-CE50DF97F7A0}"/>
              </a:ext>
            </a:extLst>
          </p:cNvPr>
          <p:cNvSpPr txBox="1"/>
          <p:nvPr/>
        </p:nvSpPr>
        <p:spPr>
          <a:xfrm>
            <a:off x="8936145" y="4364114"/>
            <a:ext cx="1595793" cy="639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8987"/>
            <a:r>
              <a:rPr lang="en-US" sz="1300" b="1" kern="0" dirty="0">
                <a:solidFill>
                  <a:srgbClr val="8BB74C"/>
                </a:solidFill>
                <a:latin typeface="Segoe UI"/>
                <a:cs typeface="Arial" pitchFamily="34" charset="0"/>
              </a:rPr>
              <a:t>Strength in Diversity, Power in Collaboration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1A5A2ACB-593F-4AC2-80B5-721351576821}"/>
              </a:ext>
            </a:extLst>
          </p:cNvPr>
          <p:cNvSpPr txBox="1"/>
          <p:nvPr/>
        </p:nvSpPr>
        <p:spPr>
          <a:xfrm>
            <a:off x="3689982" y="5278802"/>
            <a:ext cx="1604651" cy="1426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1218987"/>
            <a:r>
              <a:rPr 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  <a:cs typeface="Arial" pitchFamily="34" charset="0"/>
              </a:rPr>
              <a:t>When we collaborate, we ignite these sparks into a powerful blaze of innovation.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C414502F-C744-42A7-9CC8-2EB720A9EB61}"/>
              </a:ext>
            </a:extLst>
          </p:cNvPr>
          <p:cNvSpPr txBox="1"/>
          <p:nvPr/>
        </p:nvSpPr>
        <p:spPr>
          <a:xfrm>
            <a:off x="5449749" y="5278803"/>
            <a:ext cx="1518854" cy="14267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1218987"/>
            <a:r>
              <a:rPr 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  <a:cs typeface="Arial" pitchFamily="34" charset="0"/>
              </a:rPr>
              <a:t>When we unite our efforts, we create a harmonious whole that achieves more than any of us could alone.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98A5C1E-FAE8-453F-8354-EB9DAF9B7278}"/>
              </a:ext>
            </a:extLst>
          </p:cNvPr>
          <p:cNvSpPr txBox="1"/>
          <p:nvPr/>
        </p:nvSpPr>
        <p:spPr>
          <a:xfrm>
            <a:off x="7209515" y="5278803"/>
            <a:ext cx="1604652" cy="13045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1218987"/>
            <a:r>
              <a:rPr 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  <a:cs typeface="Arial" pitchFamily="34" charset="0"/>
              </a:rPr>
              <a:t>Success isn't a solo act. It's the result of our collective efforts and effective teamwork.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E61404D-8DD9-46B9-9EBB-C5B0D63E860B}"/>
              </a:ext>
            </a:extLst>
          </p:cNvPr>
          <p:cNvSpPr txBox="1"/>
          <p:nvPr/>
        </p:nvSpPr>
        <p:spPr>
          <a:xfrm>
            <a:off x="8969281" y="5278803"/>
            <a:ext cx="1518854" cy="13045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1218987"/>
            <a:r>
              <a:rPr 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  <a:cs typeface="Arial" pitchFamily="34" charset="0"/>
              </a:rPr>
              <a:t>Diversity is our strength, and collaboration is the power that magnifies it.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B9DEBE4-A8F9-4F47-BDE9-2220FA5C2035}"/>
              </a:ext>
            </a:extLst>
          </p:cNvPr>
          <p:cNvGrpSpPr/>
          <p:nvPr/>
        </p:nvGrpSpPr>
        <p:grpSpPr>
          <a:xfrm>
            <a:off x="8687458" y="2286457"/>
            <a:ext cx="2020743" cy="1823661"/>
            <a:chOff x="7591774" y="1359537"/>
            <a:chExt cx="2222817" cy="2006027"/>
          </a:xfrm>
        </p:grpSpPr>
        <p:sp>
          <p:nvSpPr>
            <p:cNvPr id="121" name="Freeform 39">
              <a:extLst>
                <a:ext uri="{FF2B5EF4-FFF2-40B4-BE49-F238E27FC236}">
                  <a16:creationId xmlns:a16="http://schemas.microsoft.com/office/drawing/2014/main" id="{D1D4B695-E59D-4422-BE3A-DB988B81D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1774" y="1780399"/>
              <a:ext cx="1863073" cy="1585165"/>
            </a:xfrm>
            <a:custGeom>
              <a:avLst/>
              <a:gdLst>
                <a:gd name="T0" fmla="*/ 996 w 3600"/>
                <a:gd name="T1" fmla="*/ 0 h 3063"/>
                <a:gd name="T2" fmla="*/ 1006 w 3600"/>
                <a:gd name="T3" fmla="*/ 351 h 3063"/>
                <a:gd name="T4" fmla="*/ 1107 w 3600"/>
                <a:gd name="T5" fmla="*/ 481 h 3063"/>
                <a:gd name="T6" fmla="*/ 1262 w 3600"/>
                <a:gd name="T7" fmla="*/ 536 h 3063"/>
                <a:gd name="T8" fmla="*/ 1883 w 3600"/>
                <a:gd name="T9" fmla="*/ 521 h 3063"/>
                <a:gd name="T10" fmla="*/ 2018 w 3600"/>
                <a:gd name="T11" fmla="*/ 426 h 3063"/>
                <a:gd name="T12" fmla="*/ 2068 w 3600"/>
                <a:gd name="T13" fmla="*/ 266 h 3063"/>
                <a:gd name="T14" fmla="*/ 2864 w 3600"/>
                <a:gd name="T15" fmla="*/ 0 h 3063"/>
                <a:gd name="T16" fmla="*/ 2984 w 3600"/>
                <a:gd name="T17" fmla="*/ 35 h 3063"/>
                <a:gd name="T18" fmla="*/ 3054 w 3600"/>
                <a:gd name="T19" fmla="*/ 135 h 3063"/>
                <a:gd name="T20" fmla="*/ 3064 w 3600"/>
                <a:gd name="T21" fmla="*/ 996 h 3063"/>
                <a:gd name="T22" fmla="*/ 3415 w 3600"/>
                <a:gd name="T23" fmla="*/ 1011 h 3063"/>
                <a:gd name="T24" fmla="*/ 3550 w 3600"/>
                <a:gd name="T25" fmla="*/ 1106 h 3063"/>
                <a:gd name="T26" fmla="*/ 3600 w 3600"/>
                <a:gd name="T27" fmla="*/ 1261 h 3063"/>
                <a:gd name="T28" fmla="*/ 3585 w 3600"/>
                <a:gd name="T29" fmla="*/ 1887 h 3063"/>
                <a:gd name="T30" fmla="*/ 3490 w 3600"/>
                <a:gd name="T31" fmla="*/ 2017 h 3063"/>
                <a:gd name="T32" fmla="*/ 3330 w 3600"/>
                <a:gd name="T33" fmla="*/ 2067 h 3063"/>
                <a:gd name="T34" fmla="*/ 3064 w 3600"/>
                <a:gd name="T35" fmla="*/ 2867 h 3063"/>
                <a:gd name="T36" fmla="*/ 3029 w 3600"/>
                <a:gd name="T37" fmla="*/ 2983 h 3063"/>
                <a:gd name="T38" fmla="*/ 2929 w 3600"/>
                <a:gd name="T39" fmla="*/ 3053 h 3063"/>
                <a:gd name="T40" fmla="*/ 2068 w 3600"/>
                <a:gd name="T41" fmla="*/ 3063 h 3063"/>
                <a:gd name="T42" fmla="*/ 2053 w 3600"/>
                <a:gd name="T43" fmla="*/ 2712 h 3063"/>
                <a:gd name="T44" fmla="*/ 1958 w 3600"/>
                <a:gd name="T45" fmla="*/ 2582 h 3063"/>
                <a:gd name="T46" fmla="*/ 1803 w 3600"/>
                <a:gd name="T47" fmla="*/ 2527 h 3063"/>
                <a:gd name="T48" fmla="*/ 1177 w 3600"/>
                <a:gd name="T49" fmla="*/ 2542 h 3063"/>
                <a:gd name="T50" fmla="*/ 1047 w 3600"/>
                <a:gd name="T51" fmla="*/ 2637 h 3063"/>
                <a:gd name="T52" fmla="*/ 996 w 3600"/>
                <a:gd name="T53" fmla="*/ 2797 h 3063"/>
                <a:gd name="T54" fmla="*/ 195 w 3600"/>
                <a:gd name="T55" fmla="*/ 3063 h 3063"/>
                <a:gd name="T56" fmla="*/ 80 w 3600"/>
                <a:gd name="T57" fmla="*/ 3028 h 3063"/>
                <a:gd name="T58" fmla="*/ 10 w 3600"/>
                <a:gd name="T59" fmla="*/ 2928 h 3063"/>
                <a:gd name="T60" fmla="*/ 0 w 3600"/>
                <a:gd name="T61" fmla="*/ 2067 h 3063"/>
                <a:gd name="T62" fmla="*/ 351 w 3600"/>
                <a:gd name="T63" fmla="*/ 2052 h 3063"/>
                <a:gd name="T64" fmla="*/ 481 w 3600"/>
                <a:gd name="T65" fmla="*/ 1957 h 3063"/>
                <a:gd name="T66" fmla="*/ 531 w 3600"/>
                <a:gd name="T67" fmla="*/ 1802 h 3063"/>
                <a:gd name="T68" fmla="*/ 521 w 3600"/>
                <a:gd name="T69" fmla="*/ 1176 h 3063"/>
                <a:gd name="T70" fmla="*/ 421 w 3600"/>
                <a:gd name="T71" fmla="*/ 1046 h 3063"/>
                <a:gd name="T72" fmla="*/ 265 w 3600"/>
                <a:gd name="T73" fmla="*/ 996 h 3063"/>
                <a:gd name="T74" fmla="*/ 0 w 3600"/>
                <a:gd name="T75" fmla="*/ 196 h 3063"/>
                <a:gd name="T76" fmla="*/ 35 w 3600"/>
                <a:gd name="T77" fmla="*/ 80 h 3063"/>
                <a:gd name="T78" fmla="*/ 135 w 3600"/>
                <a:gd name="T79" fmla="*/ 10 h 3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600" h="3063">
                  <a:moveTo>
                    <a:pt x="195" y="0"/>
                  </a:moveTo>
                  <a:lnTo>
                    <a:pt x="996" y="0"/>
                  </a:lnTo>
                  <a:lnTo>
                    <a:pt x="996" y="266"/>
                  </a:lnTo>
                  <a:lnTo>
                    <a:pt x="1006" y="351"/>
                  </a:lnTo>
                  <a:lnTo>
                    <a:pt x="1047" y="426"/>
                  </a:lnTo>
                  <a:lnTo>
                    <a:pt x="1107" y="481"/>
                  </a:lnTo>
                  <a:lnTo>
                    <a:pt x="1177" y="521"/>
                  </a:lnTo>
                  <a:lnTo>
                    <a:pt x="1262" y="536"/>
                  </a:lnTo>
                  <a:lnTo>
                    <a:pt x="1803" y="536"/>
                  </a:lnTo>
                  <a:lnTo>
                    <a:pt x="1883" y="521"/>
                  </a:lnTo>
                  <a:lnTo>
                    <a:pt x="1958" y="481"/>
                  </a:lnTo>
                  <a:lnTo>
                    <a:pt x="2018" y="426"/>
                  </a:lnTo>
                  <a:lnTo>
                    <a:pt x="2053" y="351"/>
                  </a:lnTo>
                  <a:lnTo>
                    <a:pt x="2068" y="266"/>
                  </a:lnTo>
                  <a:lnTo>
                    <a:pt x="2068" y="0"/>
                  </a:lnTo>
                  <a:lnTo>
                    <a:pt x="2864" y="0"/>
                  </a:lnTo>
                  <a:lnTo>
                    <a:pt x="2929" y="10"/>
                  </a:lnTo>
                  <a:lnTo>
                    <a:pt x="2984" y="35"/>
                  </a:lnTo>
                  <a:lnTo>
                    <a:pt x="3029" y="80"/>
                  </a:lnTo>
                  <a:lnTo>
                    <a:pt x="3054" y="135"/>
                  </a:lnTo>
                  <a:lnTo>
                    <a:pt x="3064" y="196"/>
                  </a:lnTo>
                  <a:lnTo>
                    <a:pt x="3064" y="996"/>
                  </a:lnTo>
                  <a:lnTo>
                    <a:pt x="3330" y="996"/>
                  </a:lnTo>
                  <a:lnTo>
                    <a:pt x="3415" y="1011"/>
                  </a:lnTo>
                  <a:lnTo>
                    <a:pt x="3490" y="1046"/>
                  </a:lnTo>
                  <a:lnTo>
                    <a:pt x="3550" y="1106"/>
                  </a:lnTo>
                  <a:lnTo>
                    <a:pt x="3585" y="1176"/>
                  </a:lnTo>
                  <a:lnTo>
                    <a:pt x="3600" y="1261"/>
                  </a:lnTo>
                  <a:lnTo>
                    <a:pt x="3600" y="1802"/>
                  </a:lnTo>
                  <a:lnTo>
                    <a:pt x="3585" y="1887"/>
                  </a:lnTo>
                  <a:lnTo>
                    <a:pt x="3550" y="1957"/>
                  </a:lnTo>
                  <a:lnTo>
                    <a:pt x="3490" y="2017"/>
                  </a:lnTo>
                  <a:lnTo>
                    <a:pt x="3415" y="2052"/>
                  </a:lnTo>
                  <a:lnTo>
                    <a:pt x="3330" y="2067"/>
                  </a:lnTo>
                  <a:lnTo>
                    <a:pt x="3064" y="2067"/>
                  </a:lnTo>
                  <a:lnTo>
                    <a:pt x="3064" y="2867"/>
                  </a:lnTo>
                  <a:lnTo>
                    <a:pt x="3054" y="2928"/>
                  </a:lnTo>
                  <a:lnTo>
                    <a:pt x="3029" y="2983"/>
                  </a:lnTo>
                  <a:lnTo>
                    <a:pt x="2984" y="3028"/>
                  </a:lnTo>
                  <a:lnTo>
                    <a:pt x="2929" y="3053"/>
                  </a:lnTo>
                  <a:lnTo>
                    <a:pt x="2864" y="3063"/>
                  </a:lnTo>
                  <a:lnTo>
                    <a:pt x="2068" y="3063"/>
                  </a:lnTo>
                  <a:lnTo>
                    <a:pt x="2068" y="2797"/>
                  </a:lnTo>
                  <a:lnTo>
                    <a:pt x="2053" y="2712"/>
                  </a:lnTo>
                  <a:lnTo>
                    <a:pt x="2018" y="2637"/>
                  </a:lnTo>
                  <a:lnTo>
                    <a:pt x="1958" y="2582"/>
                  </a:lnTo>
                  <a:lnTo>
                    <a:pt x="1883" y="2542"/>
                  </a:lnTo>
                  <a:lnTo>
                    <a:pt x="1803" y="2527"/>
                  </a:lnTo>
                  <a:lnTo>
                    <a:pt x="1262" y="2527"/>
                  </a:lnTo>
                  <a:lnTo>
                    <a:pt x="1177" y="2542"/>
                  </a:lnTo>
                  <a:lnTo>
                    <a:pt x="1107" y="2582"/>
                  </a:lnTo>
                  <a:lnTo>
                    <a:pt x="1047" y="2637"/>
                  </a:lnTo>
                  <a:lnTo>
                    <a:pt x="1006" y="2712"/>
                  </a:lnTo>
                  <a:lnTo>
                    <a:pt x="996" y="2797"/>
                  </a:lnTo>
                  <a:lnTo>
                    <a:pt x="996" y="3063"/>
                  </a:lnTo>
                  <a:lnTo>
                    <a:pt x="195" y="3063"/>
                  </a:lnTo>
                  <a:lnTo>
                    <a:pt x="135" y="3053"/>
                  </a:lnTo>
                  <a:lnTo>
                    <a:pt x="80" y="3028"/>
                  </a:lnTo>
                  <a:lnTo>
                    <a:pt x="35" y="2983"/>
                  </a:lnTo>
                  <a:lnTo>
                    <a:pt x="10" y="2928"/>
                  </a:lnTo>
                  <a:lnTo>
                    <a:pt x="0" y="2867"/>
                  </a:lnTo>
                  <a:lnTo>
                    <a:pt x="0" y="2067"/>
                  </a:lnTo>
                  <a:lnTo>
                    <a:pt x="265" y="2067"/>
                  </a:lnTo>
                  <a:lnTo>
                    <a:pt x="351" y="2052"/>
                  </a:lnTo>
                  <a:lnTo>
                    <a:pt x="421" y="2017"/>
                  </a:lnTo>
                  <a:lnTo>
                    <a:pt x="481" y="1957"/>
                  </a:lnTo>
                  <a:lnTo>
                    <a:pt x="521" y="1887"/>
                  </a:lnTo>
                  <a:lnTo>
                    <a:pt x="531" y="1802"/>
                  </a:lnTo>
                  <a:lnTo>
                    <a:pt x="531" y="1261"/>
                  </a:lnTo>
                  <a:lnTo>
                    <a:pt x="521" y="1176"/>
                  </a:lnTo>
                  <a:lnTo>
                    <a:pt x="481" y="1106"/>
                  </a:lnTo>
                  <a:lnTo>
                    <a:pt x="421" y="1046"/>
                  </a:lnTo>
                  <a:lnTo>
                    <a:pt x="351" y="1011"/>
                  </a:lnTo>
                  <a:lnTo>
                    <a:pt x="265" y="996"/>
                  </a:lnTo>
                  <a:lnTo>
                    <a:pt x="0" y="996"/>
                  </a:lnTo>
                  <a:lnTo>
                    <a:pt x="0" y="196"/>
                  </a:lnTo>
                  <a:lnTo>
                    <a:pt x="10" y="135"/>
                  </a:lnTo>
                  <a:lnTo>
                    <a:pt x="35" y="80"/>
                  </a:lnTo>
                  <a:lnTo>
                    <a:pt x="80" y="35"/>
                  </a:lnTo>
                  <a:lnTo>
                    <a:pt x="135" y="10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tx1">
                <a:alpha val="19000"/>
              </a:schemeClr>
            </a:solidFill>
            <a:ln w="0">
              <a:noFill/>
              <a:prstDash val="solid"/>
              <a:round/>
              <a:headEnd/>
              <a:tailEnd/>
            </a:ln>
            <a:effectLst>
              <a:softEdge rad="2794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8987"/>
              <a:endParaRPr lang="en-IN" sz="2400">
                <a:solidFill>
                  <a:prstClr val="black"/>
                </a:solidFill>
                <a:latin typeface="Segoe UI"/>
              </a:endParaRPr>
            </a:p>
          </p:txBody>
        </p:sp>
        <p:sp>
          <p:nvSpPr>
            <p:cNvPr id="91" name="Freeform 39">
              <a:extLst>
                <a:ext uri="{FF2B5EF4-FFF2-40B4-BE49-F238E27FC236}">
                  <a16:creationId xmlns:a16="http://schemas.microsoft.com/office/drawing/2014/main" id="{AE3DA12A-9700-4075-BFD4-A6E2042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1518" y="1359537"/>
              <a:ext cx="1863073" cy="1585165"/>
            </a:xfrm>
            <a:custGeom>
              <a:avLst/>
              <a:gdLst>
                <a:gd name="T0" fmla="*/ 996 w 3600"/>
                <a:gd name="T1" fmla="*/ 0 h 3063"/>
                <a:gd name="T2" fmla="*/ 1006 w 3600"/>
                <a:gd name="T3" fmla="*/ 351 h 3063"/>
                <a:gd name="T4" fmla="*/ 1107 w 3600"/>
                <a:gd name="T5" fmla="*/ 481 h 3063"/>
                <a:gd name="T6" fmla="*/ 1262 w 3600"/>
                <a:gd name="T7" fmla="*/ 536 h 3063"/>
                <a:gd name="T8" fmla="*/ 1883 w 3600"/>
                <a:gd name="T9" fmla="*/ 521 h 3063"/>
                <a:gd name="T10" fmla="*/ 2018 w 3600"/>
                <a:gd name="T11" fmla="*/ 426 h 3063"/>
                <a:gd name="T12" fmla="*/ 2068 w 3600"/>
                <a:gd name="T13" fmla="*/ 266 h 3063"/>
                <a:gd name="T14" fmla="*/ 2864 w 3600"/>
                <a:gd name="T15" fmla="*/ 0 h 3063"/>
                <a:gd name="T16" fmla="*/ 2984 w 3600"/>
                <a:gd name="T17" fmla="*/ 35 h 3063"/>
                <a:gd name="T18" fmla="*/ 3054 w 3600"/>
                <a:gd name="T19" fmla="*/ 135 h 3063"/>
                <a:gd name="T20" fmla="*/ 3064 w 3600"/>
                <a:gd name="T21" fmla="*/ 996 h 3063"/>
                <a:gd name="T22" fmla="*/ 3415 w 3600"/>
                <a:gd name="T23" fmla="*/ 1011 h 3063"/>
                <a:gd name="T24" fmla="*/ 3550 w 3600"/>
                <a:gd name="T25" fmla="*/ 1106 h 3063"/>
                <a:gd name="T26" fmla="*/ 3600 w 3600"/>
                <a:gd name="T27" fmla="*/ 1261 h 3063"/>
                <a:gd name="T28" fmla="*/ 3585 w 3600"/>
                <a:gd name="T29" fmla="*/ 1887 h 3063"/>
                <a:gd name="T30" fmla="*/ 3490 w 3600"/>
                <a:gd name="T31" fmla="*/ 2017 h 3063"/>
                <a:gd name="T32" fmla="*/ 3330 w 3600"/>
                <a:gd name="T33" fmla="*/ 2067 h 3063"/>
                <a:gd name="T34" fmla="*/ 3064 w 3600"/>
                <a:gd name="T35" fmla="*/ 2867 h 3063"/>
                <a:gd name="T36" fmla="*/ 3029 w 3600"/>
                <a:gd name="T37" fmla="*/ 2983 h 3063"/>
                <a:gd name="T38" fmla="*/ 2929 w 3600"/>
                <a:gd name="T39" fmla="*/ 3053 h 3063"/>
                <a:gd name="T40" fmla="*/ 2068 w 3600"/>
                <a:gd name="T41" fmla="*/ 3063 h 3063"/>
                <a:gd name="T42" fmla="*/ 2053 w 3600"/>
                <a:gd name="T43" fmla="*/ 2712 h 3063"/>
                <a:gd name="T44" fmla="*/ 1958 w 3600"/>
                <a:gd name="T45" fmla="*/ 2582 h 3063"/>
                <a:gd name="T46" fmla="*/ 1803 w 3600"/>
                <a:gd name="T47" fmla="*/ 2527 h 3063"/>
                <a:gd name="T48" fmla="*/ 1177 w 3600"/>
                <a:gd name="T49" fmla="*/ 2542 h 3063"/>
                <a:gd name="T50" fmla="*/ 1047 w 3600"/>
                <a:gd name="T51" fmla="*/ 2637 h 3063"/>
                <a:gd name="T52" fmla="*/ 996 w 3600"/>
                <a:gd name="T53" fmla="*/ 2797 h 3063"/>
                <a:gd name="T54" fmla="*/ 195 w 3600"/>
                <a:gd name="T55" fmla="*/ 3063 h 3063"/>
                <a:gd name="T56" fmla="*/ 80 w 3600"/>
                <a:gd name="T57" fmla="*/ 3028 h 3063"/>
                <a:gd name="T58" fmla="*/ 10 w 3600"/>
                <a:gd name="T59" fmla="*/ 2928 h 3063"/>
                <a:gd name="T60" fmla="*/ 0 w 3600"/>
                <a:gd name="T61" fmla="*/ 2067 h 3063"/>
                <a:gd name="T62" fmla="*/ 351 w 3600"/>
                <a:gd name="T63" fmla="*/ 2052 h 3063"/>
                <a:gd name="T64" fmla="*/ 481 w 3600"/>
                <a:gd name="T65" fmla="*/ 1957 h 3063"/>
                <a:gd name="T66" fmla="*/ 531 w 3600"/>
                <a:gd name="T67" fmla="*/ 1802 h 3063"/>
                <a:gd name="T68" fmla="*/ 521 w 3600"/>
                <a:gd name="T69" fmla="*/ 1176 h 3063"/>
                <a:gd name="T70" fmla="*/ 421 w 3600"/>
                <a:gd name="T71" fmla="*/ 1046 h 3063"/>
                <a:gd name="T72" fmla="*/ 265 w 3600"/>
                <a:gd name="T73" fmla="*/ 996 h 3063"/>
                <a:gd name="T74" fmla="*/ 0 w 3600"/>
                <a:gd name="T75" fmla="*/ 196 h 3063"/>
                <a:gd name="T76" fmla="*/ 35 w 3600"/>
                <a:gd name="T77" fmla="*/ 80 h 3063"/>
                <a:gd name="T78" fmla="*/ 135 w 3600"/>
                <a:gd name="T79" fmla="*/ 10 h 3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600" h="3063">
                  <a:moveTo>
                    <a:pt x="195" y="0"/>
                  </a:moveTo>
                  <a:lnTo>
                    <a:pt x="996" y="0"/>
                  </a:lnTo>
                  <a:lnTo>
                    <a:pt x="996" y="266"/>
                  </a:lnTo>
                  <a:lnTo>
                    <a:pt x="1006" y="351"/>
                  </a:lnTo>
                  <a:lnTo>
                    <a:pt x="1047" y="426"/>
                  </a:lnTo>
                  <a:lnTo>
                    <a:pt x="1107" y="481"/>
                  </a:lnTo>
                  <a:lnTo>
                    <a:pt x="1177" y="521"/>
                  </a:lnTo>
                  <a:lnTo>
                    <a:pt x="1262" y="536"/>
                  </a:lnTo>
                  <a:lnTo>
                    <a:pt x="1803" y="536"/>
                  </a:lnTo>
                  <a:lnTo>
                    <a:pt x="1883" y="521"/>
                  </a:lnTo>
                  <a:lnTo>
                    <a:pt x="1958" y="481"/>
                  </a:lnTo>
                  <a:lnTo>
                    <a:pt x="2018" y="426"/>
                  </a:lnTo>
                  <a:lnTo>
                    <a:pt x="2053" y="351"/>
                  </a:lnTo>
                  <a:lnTo>
                    <a:pt x="2068" y="266"/>
                  </a:lnTo>
                  <a:lnTo>
                    <a:pt x="2068" y="0"/>
                  </a:lnTo>
                  <a:lnTo>
                    <a:pt x="2864" y="0"/>
                  </a:lnTo>
                  <a:lnTo>
                    <a:pt x="2929" y="10"/>
                  </a:lnTo>
                  <a:lnTo>
                    <a:pt x="2984" y="35"/>
                  </a:lnTo>
                  <a:lnTo>
                    <a:pt x="3029" y="80"/>
                  </a:lnTo>
                  <a:lnTo>
                    <a:pt x="3054" y="135"/>
                  </a:lnTo>
                  <a:lnTo>
                    <a:pt x="3064" y="196"/>
                  </a:lnTo>
                  <a:lnTo>
                    <a:pt x="3064" y="996"/>
                  </a:lnTo>
                  <a:lnTo>
                    <a:pt x="3330" y="996"/>
                  </a:lnTo>
                  <a:lnTo>
                    <a:pt x="3415" y="1011"/>
                  </a:lnTo>
                  <a:lnTo>
                    <a:pt x="3490" y="1046"/>
                  </a:lnTo>
                  <a:lnTo>
                    <a:pt x="3550" y="1106"/>
                  </a:lnTo>
                  <a:lnTo>
                    <a:pt x="3585" y="1176"/>
                  </a:lnTo>
                  <a:lnTo>
                    <a:pt x="3600" y="1261"/>
                  </a:lnTo>
                  <a:lnTo>
                    <a:pt x="3600" y="1802"/>
                  </a:lnTo>
                  <a:lnTo>
                    <a:pt x="3585" y="1887"/>
                  </a:lnTo>
                  <a:lnTo>
                    <a:pt x="3550" y="1957"/>
                  </a:lnTo>
                  <a:lnTo>
                    <a:pt x="3490" y="2017"/>
                  </a:lnTo>
                  <a:lnTo>
                    <a:pt x="3415" y="2052"/>
                  </a:lnTo>
                  <a:lnTo>
                    <a:pt x="3330" y="2067"/>
                  </a:lnTo>
                  <a:lnTo>
                    <a:pt x="3064" y="2067"/>
                  </a:lnTo>
                  <a:lnTo>
                    <a:pt x="3064" y="2867"/>
                  </a:lnTo>
                  <a:lnTo>
                    <a:pt x="3054" y="2928"/>
                  </a:lnTo>
                  <a:lnTo>
                    <a:pt x="3029" y="2983"/>
                  </a:lnTo>
                  <a:lnTo>
                    <a:pt x="2984" y="3028"/>
                  </a:lnTo>
                  <a:lnTo>
                    <a:pt x="2929" y="3053"/>
                  </a:lnTo>
                  <a:lnTo>
                    <a:pt x="2864" y="3063"/>
                  </a:lnTo>
                  <a:lnTo>
                    <a:pt x="2068" y="3063"/>
                  </a:lnTo>
                  <a:lnTo>
                    <a:pt x="2068" y="2797"/>
                  </a:lnTo>
                  <a:lnTo>
                    <a:pt x="2053" y="2712"/>
                  </a:lnTo>
                  <a:lnTo>
                    <a:pt x="2018" y="2637"/>
                  </a:lnTo>
                  <a:lnTo>
                    <a:pt x="1958" y="2582"/>
                  </a:lnTo>
                  <a:lnTo>
                    <a:pt x="1883" y="2542"/>
                  </a:lnTo>
                  <a:lnTo>
                    <a:pt x="1803" y="2527"/>
                  </a:lnTo>
                  <a:lnTo>
                    <a:pt x="1262" y="2527"/>
                  </a:lnTo>
                  <a:lnTo>
                    <a:pt x="1177" y="2542"/>
                  </a:lnTo>
                  <a:lnTo>
                    <a:pt x="1107" y="2582"/>
                  </a:lnTo>
                  <a:lnTo>
                    <a:pt x="1047" y="2637"/>
                  </a:lnTo>
                  <a:lnTo>
                    <a:pt x="1006" y="2712"/>
                  </a:lnTo>
                  <a:lnTo>
                    <a:pt x="996" y="2797"/>
                  </a:lnTo>
                  <a:lnTo>
                    <a:pt x="996" y="3063"/>
                  </a:lnTo>
                  <a:lnTo>
                    <a:pt x="195" y="3063"/>
                  </a:lnTo>
                  <a:lnTo>
                    <a:pt x="135" y="3053"/>
                  </a:lnTo>
                  <a:lnTo>
                    <a:pt x="80" y="3028"/>
                  </a:lnTo>
                  <a:lnTo>
                    <a:pt x="35" y="2983"/>
                  </a:lnTo>
                  <a:lnTo>
                    <a:pt x="10" y="2928"/>
                  </a:lnTo>
                  <a:lnTo>
                    <a:pt x="0" y="2867"/>
                  </a:lnTo>
                  <a:lnTo>
                    <a:pt x="0" y="2067"/>
                  </a:lnTo>
                  <a:lnTo>
                    <a:pt x="265" y="2067"/>
                  </a:lnTo>
                  <a:lnTo>
                    <a:pt x="351" y="2052"/>
                  </a:lnTo>
                  <a:lnTo>
                    <a:pt x="421" y="2017"/>
                  </a:lnTo>
                  <a:lnTo>
                    <a:pt x="481" y="1957"/>
                  </a:lnTo>
                  <a:lnTo>
                    <a:pt x="521" y="1887"/>
                  </a:lnTo>
                  <a:lnTo>
                    <a:pt x="531" y="1802"/>
                  </a:lnTo>
                  <a:lnTo>
                    <a:pt x="531" y="1261"/>
                  </a:lnTo>
                  <a:lnTo>
                    <a:pt x="521" y="1176"/>
                  </a:lnTo>
                  <a:lnTo>
                    <a:pt x="481" y="1106"/>
                  </a:lnTo>
                  <a:lnTo>
                    <a:pt x="421" y="1046"/>
                  </a:lnTo>
                  <a:lnTo>
                    <a:pt x="351" y="1011"/>
                  </a:lnTo>
                  <a:lnTo>
                    <a:pt x="265" y="996"/>
                  </a:lnTo>
                  <a:lnTo>
                    <a:pt x="0" y="996"/>
                  </a:lnTo>
                  <a:lnTo>
                    <a:pt x="0" y="196"/>
                  </a:lnTo>
                  <a:lnTo>
                    <a:pt x="10" y="135"/>
                  </a:lnTo>
                  <a:lnTo>
                    <a:pt x="35" y="80"/>
                  </a:lnTo>
                  <a:lnTo>
                    <a:pt x="80" y="35"/>
                  </a:lnTo>
                  <a:lnTo>
                    <a:pt x="135" y="10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3"/>
            </a:solidFill>
            <a:ln w="25400">
              <a:solidFill>
                <a:schemeClr val="accent3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8987"/>
              <a:endParaRPr lang="en-IN" sz="2400" dirty="0">
                <a:solidFill>
                  <a:prstClr val="black"/>
                </a:solidFill>
                <a:latin typeface="Segoe UI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F9479B5-A98E-42F3-8DC9-584B3CC9560F}"/>
              </a:ext>
            </a:extLst>
          </p:cNvPr>
          <p:cNvGrpSpPr/>
          <p:nvPr/>
        </p:nvGrpSpPr>
        <p:grpSpPr>
          <a:xfrm>
            <a:off x="6921925" y="2297608"/>
            <a:ext cx="2025447" cy="2077716"/>
            <a:chOff x="5826005" y="1357984"/>
            <a:chExt cx="2227992" cy="2285488"/>
          </a:xfrm>
        </p:grpSpPr>
        <p:sp>
          <p:nvSpPr>
            <p:cNvPr id="120" name="Freeform 41">
              <a:extLst>
                <a:ext uri="{FF2B5EF4-FFF2-40B4-BE49-F238E27FC236}">
                  <a16:creationId xmlns:a16="http://schemas.microsoft.com/office/drawing/2014/main" id="{79E72880-25CA-4A26-89BE-0CD263185F6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826005" y="1778847"/>
              <a:ext cx="1868248" cy="1864625"/>
            </a:xfrm>
            <a:custGeom>
              <a:avLst/>
              <a:gdLst>
                <a:gd name="T0" fmla="*/ 1537 w 3610"/>
                <a:gd name="T1" fmla="*/ 0 h 3603"/>
                <a:gd name="T2" fmla="*/ 1552 w 3610"/>
                <a:gd name="T3" fmla="*/ 356 h 3603"/>
                <a:gd name="T4" fmla="*/ 1647 w 3610"/>
                <a:gd name="T5" fmla="*/ 486 h 3603"/>
                <a:gd name="T6" fmla="*/ 1807 w 3610"/>
                <a:gd name="T7" fmla="*/ 536 h 3603"/>
                <a:gd name="T8" fmla="*/ 2428 w 3610"/>
                <a:gd name="T9" fmla="*/ 526 h 3603"/>
                <a:gd name="T10" fmla="*/ 2558 w 3610"/>
                <a:gd name="T11" fmla="*/ 426 h 3603"/>
                <a:gd name="T12" fmla="*/ 2609 w 3610"/>
                <a:gd name="T13" fmla="*/ 270 h 3603"/>
                <a:gd name="T14" fmla="*/ 3410 w 3610"/>
                <a:gd name="T15" fmla="*/ 0 h 3603"/>
                <a:gd name="T16" fmla="*/ 3525 w 3610"/>
                <a:gd name="T17" fmla="*/ 40 h 3603"/>
                <a:gd name="T18" fmla="*/ 3600 w 3610"/>
                <a:gd name="T19" fmla="*/ 135 h 3603"/>
                <a:gd name="T20" fmla="*/ 3610 w 3610"/>
                <a:gd name="T21" fmla="*/ 996 h 3603"/>
                <a:gd name="T22" fmla="*/ 3254 w 3610"/>
                <a:gd name="T23" fmla="*/ 1011 h 3603"/>
                <a:gd name="T24" fmla="*/ 3119 w 3610"/>
                <a:gd name="T25" fmla="*/ 1106 h 3603"/>
                <a:gd name="T26" fmla="*/ 3069 w 3610"/>
                <a:gd name="T27" fmla="*/ 1266 h 3603"/>
                <a:gd name="T28" fmla="*/ 3084 w 3610"/>
                <a:gd name="T29" fmla="*/ 1887 h 3603"/>
                <a:gd name="T30" fmla="*/ 3179 w 3610"/>
                <a:gd name="T31" fmla="*/ 2017 h 3603"/>
                <a:gd name="T32" fmla="*/ 3340 w 3610"/>
                <a:gd name="T33" fmla="*/ 2072 h 3603"/>
                <a:gd name="T34" fmla="*/ 3610 w 3610"/>
                <a:gd name="T35" fmla="*/ 2867 h 3603"/>
                <a:gd name="T36" fmla="*/ 3570 w 3610"/>
                <a:gd name="T37" fmla="*/ 2987 h 3603"/>
                <a:gd name="T38" fmla="*/ 3470 w 3610"/>
                <a:gd name="T39" fmla="*/ 3057 h 3603"/>
                <a:gd name="T40" fmla="*/ 2609 w 3610"/>
                <a:gd name="T41" fmla="*/ 3067 h 3603"/>
                <a:gd name="T42" fmla="*/ 2599 w 3610"/>
                <a:gd name="T43" fmla="*/ 3418 h 3603"/>
                <a:gd name="T44" fmla="*/ 2498 w 3610"/>
                <a:gd name="T45" fmla="*/ 3553 h 3603"/>
                <a:gd name="T46" fmla="*/ 2343 w 3610"/>
                <a:gd name="T47" fmla="*/ 3603 h 3603"/>
                <a:gd name="T48" fmla="*/ 1722 w 3610"/>
                <a:gd name="T49" fmla="*/ 3588 h 3603"/>
                <a:gd name="T50" fmla="*/ 1587 w 3610"/>
                <a:gd name="T51" fmla="*/ 3493 h 3603"/>
                <a:gd name="T52" fmla="*/ 1537 w 3610"/>
                <a:gd name="T53" fmla="*/ 3333 h 3603"/>
                <a:gd name="T54" fmla="*/ 741 w 3610"/>
                <a:gd name="T55" fmla="*/ 3067 h 3603"/>
                <a:gd name="T56" fmla="*/ 621 w 3610"/>
                <a:gd name="T57" fmla="*/ 3027 h 3603"/>
                <a:gd name="T58" fmla="*/ 551 w 3610"/>
                <a:gd name="T59" fmla="*/ 2932 h 3603"/>
                <a:gd name="T60" fmla="*/ 541 w 3610"/>
                <a:gd name="T61" fmla="*/ 2072 h 3603"/>
                <a:gd name="T62" fmla="*/ 185 w 3610"/>
                <a:gd name="T63" fmla="*/ 2057 h 3603"/>
                <a:gd name="T64" fmla="*/ 55 w 3610"/>
                <a:gd name="T65" fmla="*/ 1962 h 3603"/>
                <a:gd name="T66" fmla="*/ 0 w 3610"/>
                <a:gd name="T67" fmla="*/ 1802 h 3603"/>
                <a:gd name="T68" fmla="*/ 15 w 3610"/>
                <a:gd name="T69" fmla="*/ 1181 h 3603"/>
                <a:gd name="T70" fmla="*/ 110 w 3610"/>
                <a:gd name="T71" fmla="*/ 1051 h 3603"/>
                <a:gd name="T72" fmla="*/ 270 w 3610"/>
                <a:gd name="T73" fmla="*/ 996 h 3603"/>
                <a:gd name="T74" fmla="*/ 541 w 3610"/>
                <a:gd name="T75" fmla="*/ 200 h 3603"/>
                <a:gd name="T76" fmla="*/ 581 w 3610"/>
                <a:gd name="T77" fmla="*/ 80 h 3603"/>
                <a:gd name="T78" fmla="*/ 676 w 3610"/>
                <a:gd name="T79" fmla="*/ 10 h 3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610" h="3603">
                  <a:moveTo>
                    <a:pt x="741" y="0"/>
                  </a:moveTo>
                  <a:lnTo>
                    <a:pt x="1537" y="0"/>
                  </a:lnTo>
                  <a:lnTo>
                    <a:pt x="1537" y="270"/>
                  </a:lnTo>
                  <a:lnTo>
                    <a:pt x="1552" y="356"/>
                  </a:lnTo>
                  <a:lnTo>
                    <a:pt x="1587" y="426"/>
                  </a:lnTo>
                  <a:lnTo>
                    <a:pt x="1647" y="486"/>
                  </a:lnTo>
                  <a:lnTo>
                    <a:pt x="1722" y="526"/>
                  </a:lnTo>
                  <a:lnTo>
                    <a:pt x="1807" y="536"/>
                  </a:lnTo>
                  <a:lnTo>
                    <a:pt x="2343" y="536"/>
                  </a:lnTo>
                  <a:lnTo>
                    <a:pt x="2428" y="526"/>
                  </a:lnTo>
                  <a:lnTo>
                    <a:pt x="2498" y="486"/>
                  </a:lnTo>
                  <a:lnTo>
                    <a:pt x="2558" y="426"/>
                  </a:lnTo>
                  <a:lnTo>
                    <a:pt x="2599" y="356"/>
                  </a:lnTo>
                  <a:lnTo>
                    <a:pt x="2609" y="270"/>
                  </a:lnTo>
                  <a:lnTo>
                    <a:pt x="2609" y="0"/>
                  </a:lnTo>
                  <a:lnTo>
                    <a:pt x="3410" y="0"/>
                  </a:lnTo>
                  <a:lnTo>
                    <a:pt x="3470" y="10"/>
                  </a:lnTo>
                  <a:lnTo>
                    <a:pt x="3525" y="40"/>
                  </a:lnTo>
                  <a:lnTo>
                    <a:pt x="3570" y="80"/>
                  </a:lnTo>
                  <a:lnTo>
                    <a:pt x="3600" y="135"/>
                  </a:lnTo>
                  <a:lnTo>
                    <a:pt x="3610" y="200"/>
                  </a:lnTo>
                  <a:lnTo>
                    <a:pt x="3610" y="996"/>
                  </a:lnTo>
                  <a:lnTo>
                    <a:pt x="3340" y="996"/>
                  </a:lnTo>
                  <a:lnTo>
                    <a:pt x="3254" y="1011"/>
                  </a:lnTo>
                  <a:lnTo>
                    <a:pt x="3179" y="1051"/>
                  </a:lnTo>
                  <a:lnTo>
                    <a:pt x="3119" y="1106"/>
                  </a:lnTo>
                  <a:lnTo>
                    <a:pt x="3084" y="1181"/>
                  </a:lnTo>
                  <a:lnTo>
                    <a:pt x="3069" y="1266"/>
                  </a:lnTo>
                  <a:lnTo>
                    <a:pt x="3069" y="1802"/>
                  </a:lnTo>
                  <a:lnTo>
                    <a:pt x="3084" y="1887"/>
                  </a:lnTo>
                  <a:lnTo>
                    <a:pt x="3119" y="1962"/>
                  </a:lnTo>
                  <a:lnTo>
                    <a:pt x="3179" y="2017"/>
                  </a:lnTo>
                  <a:lnTo>
                    <a:pt x="3254" y="2057"/>
                  </a:lnTo>
                  <a:lnTo>
                    <a:pt x="3340" y="2072"/>
                  </a:lnTo>
                  <a:lnTo>
                    <a:pt x="3610" y="2072"/>
                  </a:lnTo>
                  <a:lnTo>
                    <a:pt x="3610" y="2867"/>
                  </a:lnTo>
                  <a:lnTo>
                    <a:pt x="3600" y="2932"/>
                  </a:lnTo>
                  <a:lnTo>
                    <a:pt x="3570" y="2987"/>
                  </a:lnTo>
                  <a:lnTo>
                    <a:pt x="3525" y="3027"/>
                  </a:lnTo>
                  <a:lnTo>
                    <a:pt x="3470" y="3057"/>
                  </a:lnTo>
                  <a:lnTo>
                    <a:pt x="3410" y="3067"/>
                  </a:lnTo>
                  <a:lnTo>
                    <a:pt x="2609" y="3067"/>
                  </a:lnTo>
                  <a:lnTo>
                    <a:pt x="2609" y="3333"/>
                  </a:lnTo>
                  <a:lnTo>
                    <a:pt x="2599" y="3418"/>
                  </a:lnTo>
                  <a:lnTo>
                    <a:pt x="2558" y="3493"/>
                  </a:lnTo>
                  <a:lnTo>
                    <a:pt x="2498" y="3553"/>
                  </a:lnTo>
                  <a:lnTo>
                    <a:pt x="2428" y="3588"/>
                  </a:lnTo>
                  <a:lnTo>
                    <a:pt x="2343" y="3603"/>
                  </a:lnTo>
                  <a:lnTo>
                    <a:pt x="1807" y="3603"/>
                  </a:lnTo>
                  <a:lnTo>
                    <a:pt x="1722" y="3588"/>
                  </a:lnTo>
                  <a:lnTo>
                    <a:pt x="1647" y="3553"/>
                  </a:lnTo>
                  <a:lnTo>
                    <a:pt x="1587" y="3493"/>
                  </a:lnTo>
                  <a:lnTo>
                    <a:pt x="1552" y="3418"/>
                  </a:lnTo>
                  <a:lnTo>
                    <a:pt x="1537" y="3333"/>
                  </a:lnTo>
                  <a:lnTo>
                    <a:pt x="1537" y="3067"/>
                  </a:lnTo>
                  <a:lnTo>
                    <a:pt x="741" y="3067"/>
                  </a:lnTo>
                  <a:lnTo>
                    <a:pt x="676" y="3057"/>
                  </a:lnTo>
                  <a:lnTo>
                    <a:pt x="621" y="3027"/>
                  </a:lnTo>
                  <a:lnTo>
                    <a:pt x="581" y="2987"/>
                  </a:lnTo>
                  <a:lnTo>
                    <a:pt x="551" y="2932"/>
                  </a:lnTo>
                  <a:lnTo>
                    <a:pt x="541" y="2867"/>
                  </a:lnTo>
                  <a:lnTo>
                    <a:pt x="541" y="2072"/>
                  </a:lnTo>
                  <a:lnTo>
                    <a:pt x="270" y="2072"/>
                  </a:lnTo>
                  <a:lnTo>
                    <a:pt x="185" y="2057"/>
                  </a:lnTo>
                  <a:lnTo>
                    <a:pt x="110" y="2017"/>
                  </a:lnTo>
                  <a:lnTo>
                    <a:pt x="55" y="1962"/>
                  </a:lnTo>
                  <a:lnTo>
                    <a:pt x="15" y="1887"/>
                  </a:lnTo>
                  <a:lnTo>
                    <a:pt x="0" y="1802"/>
                  </a:lnTo>
                  <a:lnTo>
                    <a:pt x="0" y="1266"/>
                  </a:lnTo>
                  <a:lnTo>
                    <a:pt x="15" y="1181"/>
                  </a:lnTo>
                  <a:lnTo>
                    <a:pt x="55" y="1106"/>
                  </a:lnTo>
                  <a:lnTo>
                    <a:pt x="110" y="1051"/>
                  </a:lnTo>
                  <a:lnTo>
                    <a:pt x="185" y="1011"/>
                  </a:lnTo>
                  <a:lnTo>
                    <a:pt x="270" y="996"/>
                  </a:lnTo>
                  <a:lnTo>
                    <a:pt x="541" y="996"/>
                  </a:lnTo>
                  <a:lnTo>
                    <a:pt x="541" y="200"/>
                  </a:lnTo>
                  <a:lnTo>
                    <a:pt x="551" y="135"/>
                  </a:lnTo>
                  <a:lnTo>
                    <a:pt x="581" y="80"/>
                  </a:lnTo>
                  <a:lnTo>
                    <a:pt x="621" y="40"/>
                  </a:lnTo>
                  <a:lnTo>
                    <a:pt x="676" y="10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chemeClr val="tx1">
                <a:alpha val="19000"/>
              </a:schemeClr>
            </a:solidFill>
            <a:ln w="0">
              <a:noFill/>
              <a:prstDash val="solid"/>
              <a:round/>
              <a:headEnd/>
              <a:tailEnd/>
            </a:ln>
            <a:effectLst>
              <a:softEdge rad="2794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8987"/>
              <a:endParaRPr lang="en-IN" sz="2400">
                <a:solidFill>
                  <a:prstClr val="black"/>
                </a:solidFill>
                <a:latin typeface="Segoe UI"/>
              </a:endParaRPr>
            </a:p>
          </p:txBody>
        </p:sp>
        <p:sp>
          <p:nvSpPr>
            <p:cNvPr id="90" name="Freeform 41">
              <a:extLst>
                <a:ext uri="{FF2B5EF4-FFF2-40B4-BE49-F238E27FC236}">
                  <a16:creationId xmlns:a16="http://schemas.microsoft.com/office/drawing/2014/main" id="{2D4D62E8-7DA6-462A-9A1C-936C760FFC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185749" y="1357984"/>
              <a:ext cx="1868248" cy="1864625"/>
            </a:xfrm>
            <a:custGeom>
              <a:avLst/>
              <a:gdLst>
                <a:gd name="T0" fmla="*/ 1537 w 3610"/>
                <a:gd name="T1" fmla="*/ 0 h 3603"/>
                <a:gd name="T2" fmla="*/ 1552 w 3610"/>
                <a:gd name="T3" fmla="*/ 356 h 3603"/>
                <a:gd name="T4" fmla="*/ 1647 w 3610"/>
                <a:gd name="T5" fmla="*/ 486 h 3603"/>
                <a:gd name="T6" fmla="*/ 1807 w 3610"/>
                <a:gd name="T7" fmla="*/ 536 h 3603"/>
                <a:gd name="T8" fmla="*/ 2428 w 3610"/>
                <a:gd name="T9" fmla="*/ 526 h 3603"/>
                <a:gd name="T10" fmla="*/ 2558 w 3610"/>
                <a:gd name="T11" fmla="*/ 426 h 3603"/>
                <a:gd name="T12" fmla="*/ 2609 w 3610"/>
                <a:gd name="T13" fmla="*/ 270 h 3603"/>
                <a:gd name="T14" fmla="*/ 3410 w 3610"/>
                <a:gd name="T15" fmla="*/ 0 h 3603"/>
                <a:gd name="T16" fmla="*/ 3525 w 3610"/>
                <a:gd name="T17" fmla="*/ 40 h 3603"/>
                <a:gd name="T18" fmla="*/ 3600 w 3610"/>
                <a:gd name="T19" fmla="*/ 135 h 3603"/>
                <a:gd name="T20" fmla="*/ 3610 w 3610"/>
                <a:gd name="T21" fmla="*/ 996 h 3603"/>
                <a:gd name="T22" fmla="*/ 3254 w 3610"/>
                <a:gd name="T23" fmla="*/ 1011 h 3603"/>
                <a:gd name="T24" fmla="*/ 3119 w 3610"/>
                <a:gd name="T25" fmla="*/ 1106 h 3603"/>
                <a:gd name="T26" fmla="*/ 3069 w 3610"/>
                <a:gd name="T27" fmla="*/ 1266 h 3603"/>
                <a:gd name="T28" fmla="*/ 3084 w 3610"/>
                <a:gd name="T29" fmla="*/ 1887 h 3603"/>
                <a:gd name="T30" fmla="*/ 3179 w 3610"/>
                <a:gd name="T31" fmla="*/ 2017 h 3603"/>
                <a:gd name="T32" fmla="*/ 3340 w 3610"/>
                <a:gd name="T33" fmla="*/ 2072 h 3603"/>
                <a:gd name="T34" fmla="*/ 3610 w 3610"/>
                <a:gd name="T35" fmla="*/ 2867 h 3603"/>
                <a:gd name="T36" fmla="*/ 3570 w 3610"/>
                <a:gd name="T37" fmla="*/ 2987 h 3603"/>
                <a:gd name="T38" fmla="*/ 3470 w 3610"/>
                <a:gd name="T39" fmla="*/ 3057 h 3603"/>
                <a:gd name="T40" fmla="*/ 2609 w 3610"/>
                <a:gd name="T41" fmla="*/ 3067 h 3603"/>
                <a:gd name="T42" fmla="*/ 2599 w 3610"/>
                <a:gd name="T43" fmla="*/ 3418 h 3603"/>
                <a:gd name="T44" fmla="*/ 2498 w 3610"/>
                <a:gd name="T45" fmla="*/ 3553 h 3603"/>
                <a:gd name="T46" fmla="*/ 2343 w 3610"/>
                <a:gd name="T47" fmla="*/ 3603 h 3603"/>
                <a:gd name="T48" fmla="*/ 1722 w 3610"/>
                <a:gd name="T49" fmla="*/ 3588 h 3603"/>
                <a:gd name="T50" fmla="*/ 1587 w 3610"/>
                <a:gd name="T51" fmla="*/ 3493 h 3603"/>
                <a:gd name="T52" fmla="*/ 1537 w 3610"/>
                <a:gd name="T53" fmla="*/ 3333 h 3603"/>
                <a:gd name="T54" fmla="*/ 741 w 3610"/>
                <a:gd name="T55" fmla="*/ 3067 h 3603"/>
                <a:gd name="T56" fmla="*/ 621 w 3610"/>
                <a:gd name="T57" fmla="*/ 3027 h 3603"/>
                <a:gd name="T58" fmla="*/ 551 w 3610"/>
                <a:gd name="T59" fmla="*/ 2932 h 3603"/>
                <a:gd name="T60" fmla="*/ 541 w 3610"/>
                <a:gd name="T61" fmla="*/ 2072 h 3603"/>
                <a:gd name="T62" fmla="*/ 185 w 3610"/>
                <a:gd name="T63" fmla="*/ 2057 h 3603"/>
                <a:gd name="T64" fmla="*/ 55 w 3610"/>
                <a:gd name="T65" fmla="*/ 1962 h 3603"/>
                <a:gd name="T66" fmla="*/ 0 w 3610"/>
                <a:gd name="T67" fmla="*/ 1802 h 3603"/>
                <a:gd name="T68" fmla="*/ 15 w 3610"/>
                <a:gd name="T69" fmla="*/ 1181 h 3603"/>
                <a:gd name="T70" fmla="*/ 110 w 3610"/>
                <a:gd name="T71" fmla="*/ 1051 h 3603"/>
                <a:gd name="T72" fmla="*/ 270 w 3610"/>
                <a:gd name="T73" fmla="*/ 996 h 3603"/>
                <a:gd name="T74" fmla="*/ 541 w 3610"/>
                <a:gd name="T75" fmla="*/ 200 h 3603"/>
                <a:gd name="T76" fmla="*/ 581 w 3610"/>
                <a:gd name="T77" fmla="*/ 80 h 3603"/>
                <a:gd name="T78" fmla="*/ 676 w 3610"/>
                <a:gd name="T79" fmla="*/ 10 h 3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610" h="3603">
                  <a:moveTo>
                    <a:pt x="741" y="0"/>
                  </a:moveTo>
                  <a:lnTo>
                    <a:pt x="1537" y="0"/>
                  </a:lnTo>
                  <a:lnTo>
                    <a:pt x="1537" y="270"/>
                  </a:lnTo>
                  <a:lnTo>
                    <a:pt x="1552" y="356"/>
                  </a:lnTo>
                  <a:lnTo>
                    <a:pt x="1587" y="426"/>
                  </a:lnTo>
                  <a:lnTo>
                    <a:pt x="1647" y="486"/>
                  </a:lnTo>
                  <a:lnTo>
                    <a:pt x="1722" y="526"/>
                  </a:lnTo>
                  <a:lnTo>
                    <a:pt x="1807" y="536"/>
                  </a:lnTo>
                  <a:lnTo>
                    <a:pt x="2343" y="536"/>
                  </a:lnTo>
                  <a:lnTo>
                    <a:pt x="2428" y="526"/>
                  </a:lnTo>
                  <a:lnTo>
                    <a:pt x="2498" y="486"/>
                  </a:lnTo>
                  <a:lnTo>
                    <a:pt x="2558" y="426"/>
                  </a:lnTo>
                  <a:lnTo>
                    <a:pt x="2599" y="356"/>
                  </a:lnTo>
                  <a:lnTo>
                    <a:pt x="2609" y="270"/>
                  </a:lnTo>
                  <a:lnTo>
                    <a:pt x="2609" y="0"/>
                  </a:lnTo>
                  <a:lnTo>
                    <a:pt x="3410" y="0"/>
                  </a:lnTo>
                  <a:lnTo>
                    <a:pt x="3470" y="10"/>
                  </a:lnTo>
                  <a:lnTo>
                    <a:pt x="3525" y="40"/>
                  </a:lnTo>
                  <a:lnTo>
                    <a:pt x="3570" y="80"/>
                  </a:lnTo>
                  <a:lnTo>
                    <a:pt x="3600" y="135"/>
                  </a:lnTo>
                  <a:lnTo>
                    <a:pt x="3610" y="200"/>
                  </a:lnTo>
                  <a:lnTo>
                    <a:pt x="3610" y="996"/>
                  </a:lnTo>
                  <a:lnTo>
                    <a:pt x="3340" y="996"/>
                  </a:lnTo>
                  <a:lnTo>
                    <a:pt x="3254" y="1011"/>
                  </a:lnTo>
                  <a:lnTo>
                    <a:pt x="3179" y="1051"/>
                  </a:lnTo>
                  <a:lnTo>
                    <a:pt x="3119" y="1106"/>
                  </a:lnTo>
                  <a:lnTo>
                    <a:pt x="3084" y="1181"/>
                  </a:lnTo>
                  <a:lnTo>
                    <a:pt x="3069" y="1266"/>
                  </a:lnTo>
                  <a:lnTo>
                    <a:pt x="3069" y="1802"/>
                  </a:lnTo>
                  <a:lnTo>
                    <a:pt x="3084" y="1887"/>
                  </a:lnTo>
                  <a:lnTo>
                    <a:pt x="3119" y="1962"/>
                  </a:lnTo>
                  <a:lnTo>
                    <a:pt x="3179" y="2017"/>
                  </a:lnTo>
                  <a:lnTo>
                    <a:pt x="3254" y="2057"/>
                  </a:lnTo>
                  <a:lnTo>
                    <a:pt x="3340" y="2072"/>
                  </a:lnTo>
                  <a:lnTo>
                    <a:pt x="3610" y="2072"/>
                  </a:lnTo>
                  <a:lnTo>
                    <a:pt x="3610" y="2867"/>
                  </a:lnTo>
                  <a:lnTo>
                    <a:pt x="3600" y="2932"/>
                  </a:lnTo>
                  <a:lnTo>
                    <a:pt x="3570" y="2987"/>
                  </a:lnTo>
                  <a:lnTo>
                    <a:pt x="3525" y="3027"/>
                  </a:lnTo>
                  <a:lnTo>
                    <a:pt x="3470" y="3057"/>
                  </a:lnTo>
                  <a:lnTo>
                    <a:pt x="3410" y="3067"/>
                  </a:lnTo>
                  <a:lnTo>
                    <a:pt x="2609" y="3067"/>
                  </a:lnTo>
                  <a:lnTo>
                    <a:pt x="2609" y="3333"/>
                  </a:lnTo>
                  <a:lnTo>
                    <a:pt x="2599" y="3418"/>
                  </a:lnTo>
                  <a:lnTo>
                    <a:pt x="2558" y="3493"/>
                  </a:lnTo>
                  <a:lnTo>
                    <a:pt x="2498" y="3553"/>
                  </a:lnTo>
                  <a:lnTo>
                    <a:pt x="2428" y="3588"/>
                  </a:lnTo>
                  <a:lnTo>
                    <a:pt x="2343" y="3603"/>
                  </a:lnTo>
                  <a:lnTo>
                    <a:pt x="1807" y="3603"/>
                  </a:lnTo>
                  <a:lnTo>
                    <a:pt x="1722" y="3588"/>
                  </a:lnTo>
                  <a:lnTo>
                    <a:pt x="1647" y="3553"/>
                  </a:lnTo>
                  <a:lnTo>
                    <a:pt x="1587" y="3493"/>
                  </a:lnTo>
                  <a:lnTo>
                    <a:pt x="1552" y="3418"/>
                  </a:lnTo>
                  <a:lnTo>
                    <a:pt x="1537" y="3333"/>
                  </a:lnTo>
                  <a:lnTo>
                    <a:pt x="1537" y="3067"/>
                  </a:lnTo>
                  <a:lnTo>
                    <a:pt x="741" y="3067"/>
                  </a:lnTo>
                  <a:lnTo>
                    <a:pt x="676" y="3057"/>
                  </a:lnTo>
                  <a:lnTo>
                    <a:pt x="621" y="3027"/>
                  </a:lnTo>
                  <a:lnTo>
                    <a:pt x="581" y="2987"/>
                  </a:lnTo>
                  <a:lnTo>
                    <a:pt x="551" y="2932"/>
                  </a:lnTo>
                  <a:lnTo>
                    <a:pt x="541" y="2867"/>
                  </a:lnTo>
                  <a:lnTo>
                    <a:pt x="541" y="2072"/>
                  </a:lnTo>
                  <a:lnTo>
                    <a:pt x="270" y="2072"/>
                  </a:lnTo>
                  <a:lnTo>
                    <a:pt x="185" y="2057"/>
                  </a:lnTo>
                  <a:lnTo>
                    <a:pt x="110" y="2017"/>
                  </a:lnTo>
                  <a:lnTo>
                    <a:pt x="55" y="1962"/>
                  </a:lnTo>
                  <a:lnTo>
                    <a:pt x="15" y="1887"/>
                  </a:lnTo>
                  <a:lnTo>
                    <a:pt x="0" y="1802"/>
                  </a:lnTo>
                  <a:lnTo>
                    <a:pt x="0" y="1266"/>
                  </a:lnTo>
                  <a:lnTo>
                    <a:pt x="15" y="1181"/>
                  </a:lnTo>
                  <a:lnTo>
                    <a:pt x="55" y="1106"/>
                  </a:lnTo>
                  <a:lnTo>
                    <a:pt x="110" y="1051"/>
                  </a:lnTo>
                  <a:lnTo>
                    <a:pt x="185" y="1011"/>
                  </a:lnTo>
                  <a:lnTo>
                    <a:pt x="270" y="996"/>
                  </a:lnTo>
                  <a:lnTo>
                    <a:pt x="541" y="996"/>
                  </a:lnTo>
                  <a:lnTo>
                    <a:pt x="541" y="200"/>
                  </a:lnTo>
                  <a:lnTo>
                    <a:pt x="551" y="135"/>
                  </a:lnTo>
                  <a:lnTo>
                    <a:pt x="581" y="80"/>
                  </a:lnTo>
                  <a:lnTo>
                    <a:pt x="621" y="40"/>
                  </a:lnTo>
                  <a:lnTo>
                    <a:pt x="676" y="10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chemeClr val="accent5"/>
            </a:solidFill>
            <a:ln w="25400">
              <a:solidFill>
                <a:schemeClr val="accent5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8987"/>
              <a:endParaRPr lang="en-IN" sz="2400" dirty="0">
                <a:solidFill>
                  <a:prstClr val="black"/>
                </a:solidFill>
                <a:latin typeface="Segoe U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03E1CEB-26C2-4D3D-97B8-2B89675FA0AA}"/>
              </a:ext>
            </a:extLst>
          </p:cNvPr>
          <p:cNvGrpSpPr/>
          <p:nvPr/>
        </p:nvGrpSpPr>
        <p:grpSpPr>
          <a:xfrm>
            <a:off x="5161096" y="2286457"/>
            <a:ext cx="2020743" cy="1823662"/>
            <a:chOff x="4065412" y="1359536"/>
            <a:chExt cx="2222817" cy="2006028"/>
          </a:xfrm>
        </p:grpSpPr>
        <p:sp>
          <p:nvSpPr>
            <p:cNvPr id="119" name="Freeform 39">
              <a:extLst>
                <a:ext uri="{FF2B5EF4-FFF2-40B4-BE49-F238E27FC236}">
                  <a16:creationId xmlns:a16="http://schemas.microsoft.com/office/drawing/2014/main" id="{D710AA70-5CD3-4774-A7BF-07AE43EF5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412" y="1780399"/>
              <a:ext cx="1863073" cy="1585165"/>
            </a:xfrm>
            <a:custGeom>
              <a:avLst/>
              <a:gdLst>
                <a:gd name="T0" fmla="*/ 996 w 3600"/>
                <a:gd name="T1" fmla="*/ 0 h 3063"/>
                <a:gd name="T2" fmla="*/ 1006 w 3600"/>
                <a:gd name="T3" fmla="*/ 351 h 3063"/>
                <a:gd name="T4" fmla="*/ 1107 w 3600"/>
                <a:gd name="T5" fmla="*/ 481 h 3063"/>
                <a:gd name="T6" fmla="*/ 1262 w 3600"/>
                <a:gd name="T7" fmla="*/ 536 h 3063"/>
                <a:gd name="T8" fmla="*/ 1883 w 3600"/>
                <a:gd name="T9" fmla="*/ 521 h 3063"/>
                <a:gd name="T10" fmla="*/ 2018 w 3600"/>
                <a:gd name="T11" fmla="*/ 426 h 3063"/>
                <a:gd name="T12" fmla="*/ 2068 w 3600"/>
                <a:gd name="T13" fmla="*/ 266 h 3063"/>
                <a:gd name="T14" fmla="*/ 2864 w 3600"/>
                <a:gd name="T15" fmla="*/ 0 h 3063"/>
                <a:gd name="T16" fmla="*/ 2984 w 3600"/>
                <a:gd name="T17" fmla="*/ 35 h 3063"/>
                <a:gd name="T18" fmla="*/ 3054 w 3600"/>
                <a:gd name="T19" fmla="*/ 135 h 3063"/>
                <a:gd name="T20" fmla="*/ 3064 w 3600"/>
                <a:gd name="T21" fmla="*/ 996 h 3063"/>
                <a:gd name="T22" fmla="*/ 3415 w 3600"/>
                <a:gd name="T23" fmla="*/ 1011 h 3063"/>
                <a:gd name="T24" fmla="*/ 3550 w 3600"/>
                <a:gd name="T25" fmla="*/ 1106 h 3063"/>
                <a:gd name="T26" fmla="*/ 3600 w 3600"/>
                <a:gd name="T27" fmla="*/ 1261 h 3063"/>
                <a:gd name="T28" fmla="*/ 3585 w 3600"/>
                <a:gd name="T29" fmla="*/ 1887 h 3063"/>
                <a:gd name="T30" fmla="*/ 3490 w 3600"/>
                <a:gd name="T31" fmla="*/ 2017 h 3063"/>
                <a:gd name="T32" fmla="*/ 3330 w 3600"/>
                <a:gd name="T33" fmla="*/ 2067 h 3063"/>
                <a:gd name="T34" fmla="*/ 3064 w 3600"/>
                <a:gd name="T35" fmla="*/ 2867 h 3063"/>
                <a:gd name="T36" fmla="*/ 3029 w 3600"/>
                <a:gd name="T37" fmla="*/ 2983 h 3063"/>
                <a:gd name="T38" fmla="*/ 2929 w 3600"/>
                <a:gd name="T39" fmla="*/ 3053 h 3063"/>
                <a:gd name="T40" fmla="*/ 2068 w 3600"/>
                <a:gd name="T41" fmla="*/ 3063 h 3063"/>
                <a:gd name="T42" fmla="*/ 2053 w 3600"/>
                <a:gd name="T43" fmla="*/ 2712 h 3063"/>
                <a:gd name="T44" fmla="*/ 1958 w 3600"/>
                <a:gd name="T45" fmla="*/ 2582 h 3063"/>
                <a:gd name="T46" fmla="*/ 1803 w 3600"/>
                <a:gd name="T47" fmla="*/ 2527 h 3063"/>
                <a:gd name="T48" fmla="*/ 1177 w 3600"/>
                <a:gd name="T49" fmla="*/ 2542 h 3063"/>
                <a:gd name="T50" fmla="*/ 1047 w 3600"/>
                <a:gd name="T51" fmla="*/ 2637 h 3063"/>
                <a:gd name="T52" fmla="*/ 996 w 3600"/>
                <a:gd name="T53" fmla="*/ 2797 h 3063"/>
                <a:gd name="T54" fmla="*/ 195 w 3600"/>
                <a:gd name="T55" fmla="*/ 3063 h 3063"/>
                <a:gd name="T56" fmla="*/ 80 w 3600"/>
                <a:gd name="T57" fmla="*/ 3028 h 3063"/>
                <a:gd name="T58" fmla="*/ 10 w 3600"/>
                <a:gd name="T59" fmla="*/ 2928 h 3063"/>
                <a:gd name="T60" fmla="*/ 0 w 3600"/>
                <a:gd name="T61" fmla="*/ 2067 h 3063"/>
                <a:gd name="T62" fmla="*/ 351 w 3600"/>
                <a:gd name="T63" fmla="*/ 2052 h 3063"/>
                <a:gd name="T64" fmla="*/ 481 w 3600"/>
                <a:gd name="T65" fmla="*/ 1957 h 3063"/>
                <a:gd name="T66" fmla="*/ 531 w 3600"/>
                <a:gd name="T67" fmla="*/ 1802 h 3063"/>
                <a:gd name="T68" fmla="*/ 521 w 3600"/>
                <a:gd name="T69" fmla="*/ 1176 h 3063"/>
                <a:gd name="T70" fmla="*/ 421 w 3600"/>
                <a:gd name="T71" fmla="*/ 1046 h 3063"/>
                <a:gd name="T72" fmla="*/ 265 w 3600"/>
                <a:gd name="T73" fmla="*/ 996 h 3063"/>
                <a:gd name="T74" fmla="*/ 0 w 3600"/>
                <a:gd name="T75" fmla="*/ 196 h 3063"/>
                <a:gd name="T76" fmla="*/ 35 w 3600"/>
                <a:gd name="T77" fmla="*/ 80 h 3063"/>
                <a:gd name="T78" fmla="*/ 135 w 3600"/>
                <a:gd name="T79" fmla="*/ 10 h 3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600" h="3063">
                  <a:moveTo>
                    <a:pt x="195" y="0"/>
                  </a:moveTo>
                  <a:lnTo>
                    <a:pt x="996" y="0"/>
                  </a:lnTo>
                  <a:lnTo>
                    <a:pt x="996" y="266"/>
                  </a:lnTo>
                  <a:lnTo>
                    <a:pt x="1006" y="351"/>
                  </a:lnTo>
                  <a:lnTo>
                    <a:pt x="1047" y="426"/>
                  </a:lnTo>
                  <a:lnTo>
                    <a:pt x="1107" y="481"/>
                  </a:lnTo>
                  <a:lnTo>
                    <a:pt x="1177" y="521"/>
                  </a:lnTo>
                  <a:lnTo>
                    <a:pt x="1262" y="536"/>
                  </a:lnTo>
                  <a:lnTo>
                    <a:pt x="1803" y="536"/>
                  </a:lnTo>
                  <a:lnTo>
                    <a:pt x="1883" y="521"/>
                  </a:lnTo>
                  <a:lnTo>
                    <a:pt x="1958" y="481"/>
                  </a:lnTo>
                  <a:lnTo>
                    <a:pt x="2018" y="426"/>
                  </a:lnTo>
                  <a:lnTo>
                    <a:pt x="2053" y="351"/>
                  </a:lnTo>
                  <a:lnTo>
                    <a:pt x="2068" y="266"/>
                  </a:lnTo>
                  <a:lnTo>
                    <a:pt x="2068" y="0"/>
                  </a:lnTo>
                  <a:lnTo>
                    <a:pt x="2864" y="0"/>
                  </a:lnTo>
                  <a:lnTo>
                    <a:pt x="2929" y="10"/>
                  </a:lnTo>
                  <a:lnTo>
                    <a:pt x="2984" y="35"/>
                  </a:lnTo>
                  <a:lnTo>
                    <a:pt x="3029" y="80"/>
                  </a:lnTo>
                  <a:lnTo>
                    <a:pt x="3054" y="135"/>
                  </a:lnTo>
                  <a:lnTo>
                    <a:pt x="3064" y="196"/>
                  </a:lnTo>
                  <a:lnTo>
                    <a:pt x="3064" y="996"/>
                  </a:lnTo>
                  <a:lnTo>
                    <a:pt x="3330" y="996"/>
                  </a:lnTo>
                  <a:lnTo>
                    <a:pt x="3415" y="1011"/>
                  </a:lnTo>
                  <a:lnTo>
                    <a:pt x="3490" y="1046"/>
                  </a:lnTo>
                  <a:lnTo>
                    <a:pt x="3550" y="1106"/>
                  </a:lnTo>
                  <a:lnTo>
                    <a:pt x="3585" y="1176"/>
                  </a:lnTo>
                  <a:lnTo>
                    <a:pt x="3600" y="1261"/>
                  </a:lnTo>
                  <a:lnTo>
                    <a:pt x="3600" y="1802"/>
                  </a:lnTo>
                  <a:lnTo>
                    <a:pt x="3585" y="1887"/>
                  </a:lnTo>
                  <a:lnTo>
                    <a:pt x="3550" y="1957"/>
                  </a:lnTo>
                  <a:lnTo>
                    <a:pt x="3490" y="2017"/>
                  </a:lnTo>
                  <a:lnTo>
                    <a:pt x="3415" y="2052"/>
                  </a:lnTo>
                  <a:lnTo>
                    <a:pt x="3330" y="2067"/>
                  </a:lnTo>
                  <a:lnTo>
                    <a:pt x="3064" y="2067"/>
                  </a:lnTo>
                  <a:lnTo>
                    <a:pt x="3064" y="2867"/>
                  </a:lnTo>
                  <a:lnTo>
                    <a:pt x="3054" y="2928"/>
                  </a:lnTo>
                  <a:lnTo>
                    <a:pt x="3029" y="2983"/>
                  </a:lnTo>
                  <a:lnTo>
                    <a:pt x="2984" y="3028"/>
                  </a:lnTo>
                  <a:lnTo>
                    <a:pt x="2929" y="3053"/>
                  </a:lnTo>
                  <a:lnTo>
                    <a:pt x="2864" y="3063"/>
                  </a:lnTo>
                  <a:lnTo>
                    <a:pt x="2068" y="3063"/>
                  </a:lnTo>
                  <a:lnTo>
                    <a:pt x="2068" y="2797"/>
                  </a:lnTo>
                  <a:lnTo>
                    <a:pt x="2053" y="2712"/>
                  </a:lnTo>
                  <a:lnTo>
                    <a:pt x="2018" y="2637"/>
                  </a:lnTo>
                  <a:lnTo>
                    <a:pt x="1958" y="2582"/>
                  </a:lnTo>
                  <a:lnTo>
                    <a:pt x="1883" y="2542"/>
                  </a:lnTo>
                  <a:lnTo>
                    <a:pt x="1803" y="2527"/>
                  </a:lnTo>
                  <a:lnTo>
                    <a:pt x="1262" y="2527"/>
                  </a:lnTo>
                  <a:lnTo>
                    <a:pt x="1177" y="2542"/>
                  </a:lnTo>
                  <a:lnTo>
                    <a:pt x="1107" y="2582"/>
                  </a:lnTo>
                  <a:lnTo>
                    <a:pt x="1047" y="2637"/>
                  </a:lnTo>
                  <a:lnTo>
                    <a:pt x="1006" y="2712"/>
                  </a:lnTo>
                  <a:lnTo>
                    <a:pt x="996" y="2797"/>
                  </a:lnTo>
                  <a:lnTo>
                    <a:pt x="996" y="3063"/>
                  </a:lnTo>
                  <a:lnTo>
                    <a:pt x="195" y="3063"/>
                  </a:lnTo>
                  <a:lnTo>
                    <a:pt x="135" y="3053"/>
                  </a:lnTo>
                  <a:lnTo>
                    <a:pt x="80" y="3028"/>
                  </a:lnTo>
                  <a:lnTo>
                    <a:pt x="35" y="2983"/>
                  </a:lnTo>
                  <a:lnTo>
                    <a:pt x="10" y="2928"/>
                  </a:lnTo>
                  <a:lnTo>
                    <a:pt x="0" y="2867"/>
                  </a:lnTo>
                  <a:lnTo>
                    <a:pt x="0" y="2067"/>
                  </a:lnTo>
                  <a:lnTo>
                    <a:pt x="265" y="2067"/>
                  </a:lnTo>
                  <a:lnTo>
                    <a:pt x="351" y="2052"/>
                  </a:lnTo>
                  <a:lnTo>
                    <a:pt x="421" y="2017"/>
                  </a:lnTo>
                  <a:lnTo>
                    <a:pt x="481" y="1957"/>
                  </a:lnTo>
                  <a:lnTo>
                    <a:pt x="521" y="1887"/>
                  </a:lnTo>
                  <a:lnTo>
                    <a:pt x="531" y="1802"/>
                  </a:lnTo>
                  <a:lnTo>
                    <a:pt x="531" y="1261"/>
                  </a:lnTo>
                  <a:lnTo>
                    <a:pt x="521" y="1176"/>
                  </a:lnTo>
                  <a:lnTo>
                    <a:pt x="481" y="1106"/>
                  </a:lnTo>
                  <a:lnTo>
                    <a:pt x="421" y="1046"/>
                  </a:lnTo>
                  <a:lnTo>
                    <a:pt x="351" y="1011"/>
                  </a:lnTo>
                  <a:lnTo>
                    <a:pt x="265" y="996"/>
                  </a:lnTo>
                  <a:lnTo>
                    <a:pt x="0" y="996"/>
                  </a:lnTo>
                  <a:lnTo>
                    <a:pt x="0" y="196"/>
                  </a:lnTo>
                  <a:lnTo>
                    <a:pt x="10" y="135"/>
                  </a:lnTo>
                  <a:lnTo>
                    <a:pt x="35" y="80"/>
                  </a:lnTo>
                  <a:lnTo>
                    <a:pt x="80" y="35"/>
                  </a:lnTo>
                  <a:lnTo>
                    <a:pt x="135" y="10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tx1">
                <a:alpha val="19000"/>
              </a:schemeClr>
            </a:solidFill>
            <a:ln w="0">
              <a:noFill/>
              <a:prstDash val="solid"/>
              <a:round/>
              <a:headEnd/>
              <a:tailEnd/>
            </a:ln>
            <a:effectLst>
              <a:softEdge rad="2794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8987"/>
              <a:endParaRPr lang="en-IN" sz="2400">
                <a:solidFill>
                  <a:prstClr val="black"/>
                </a:solidFill>
                <a:latin typeface="Segoe UI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B0AAB69-90DB-4162-B36E-28C34EA03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156" y="1359536"/>
              <a:ext cx="1863073" cy="1585165"/>
            </a:xfrm>
            <a:custGeom>
              <a:avLst/>
              <a:gdLst>
                <a:gd name="T0" fmla="*/ 996 w 3600"/>
                <a:gd name="T1" fmla="*/ 0 h 3063"/>
                <a:gd name="T2" fmla="*/ 1006 w 3600"/>
                <a:gd name="T3" fmla="*/ 351 h 3063"/>
                <a:gd name="T4" fmla="*/ 1107 w 3600"/>
                <a:gd name="T5" fmla="*/ 481 h 3063"/>
                <a:gd name="T6" fmla="*/ 1262 w 3600"/>
                <a:gd name="T7" fmla="*/ 536 h 3063"/>
                <a:gd name="T8" fmla="*/ 1883 w 3600"/>
                <a:gd name="T9" fmla="*/ 521 h 3063"/>
                <a:gd name="T10" fmla="*/ 2018 w 3600"/>
                <a:gd name="T11" fmla="*/ 426 h 3063"/>
                <a:gd name="T12" fmla="*/ 2068 w 3600"/>
                <a:gd name="T13" fmla="*/ 266 h 3063"/>
                <a:gd name="T14" fmla="*/ 2864 w 3600"/>
                <a:gd name="T15" fmla="*/ 0 h 3063"/>
                <a:gd name="T16" fmla="*/ 2984 w 3600"/>
                <a:gd name="T17" fmla="*/ 35 h 3063"/>
                <a:gd name="T18" fmla="*/ 3054 w 3600"/>
                <a:gd name="T19" fmla="*/ 135 h 3063"/>
                <a:gd name="T20" fmla="*/ 3064 w 3600"/>
                <a:gd name="T21" fmla="*/ 996 h 3063"/>
                <a:gd name="T22" fmla="*/ 3415 w 3600"/>
                <a:gd name="T23" fmla="*/ 1011 h 3063"/>
                <a:gd name="T24" fmla="*/ 3550 w 3600"/>
                <a:gd name="T25" fmla="*/ 1106 h 3063"/>
                <a:gd name="T26" fmla="*/ 3600 w 3600"/>
                <a:gd name="T27" fmla="*/ 1261 h 3063"/>
                <a:gd name="T28" fmla="*/ 3585 w 3600"/>
                <a:gd name="T29" fmla="*/ 1887 h 3063"/>
                <a:gd name="T30" fmla="*/ 3490 w 3600"/>
                <a:gd name="T31" fmla="*/ 2017 h 3063"/>
                <a:gd name="T32" fmla="*/ 3330 w 3600"/>
                <a:gd name="T33" fmla="*/ 2067 h 3063"/>
                <a:gd name="T34" fmla="*/ 3064 w 3600"/>
                <a:gd name="T35" fmla="*/ 2867 h 3063"/>
                <a:gd name="T36" fmla="*/ 3029 w 3600"/>
                <a:gd name="T37" fmla="*/ 2983 h 3063"/>
                <a:gd name="T38" fmla="*/ 2929 w 3600"/>
                <a:gd name="T39" fmla="*/ 3053 h 3063"/>
                <a:gd name="T40" fmla="*/ 2068 w 3600"/>
                <a:gd name="T41" fmla="*/ 3063 h 3063"/>
                <a:gd name="T42" fmla="*/ 2053 w 3600"/>
                <a:gd name="T43" fmla="*/ 2712 h 3063"/>
                <a:gd name="T44" fmla="*/ 1958 w 3600"/>
                <a:gd name="T45" fmla="*/ 2582 h 3063"/>
                <a:gd name="T46" fmla="*/ 1803 w 3600"/>
                <a:gd name="T47" fmla="*/ 2527 h 3063"/>
                <a:gd name="T48" fmla="*/ 1177 w 3600"/>
                <a:gd name="T49" fmla="*/ 2542 h 3063"/>
                <a:gd name="T50" fmla="*/ 1047 w 3600"/>
                <a:gd name="T51" fmla="*/ 2637 h 3063"/>
                <a:gd name="T52" fmla="*/ 996 w 3600"/>
                <a:gd name="T53" fmla="*/ 2797 h 3063"/>
                <a:gd name="T54" fmla="*/ 195 w 3600"/>
                <a:gd name="T55" fmla="*/ 3063 h 3063"/>
                <a:gd name="T56" fmla="*/ 80 w 3600"/>
                <a:gd name="T57" fmla="*/ 3028 h 3063"/>
                <a:gd name="T58" fmla="*/ 10 w 3600"/>
                <a:gd name="T59" fmla="*/ 2928 h 3063"/>
                <a:gd name="T60" fmla="*/ 0 w 3600"/>
                <a:gd name="T61" fmla="*/ 2067 h 3063"/>
                <a:gd name="T62" fmla="*/ 351 w 3600"/>
                <a:gd name="T63" fmla="*/ 2052 h 3063"/>
                <a:gd name="T64" fmla="*/ 481 w 3600"/>
                <a:gd name="T65" fmla="*/ 1957 h 3063"/>
                <a:gd name="T66" fmla="*/ 531 w 3600"/>
                <a:gd name="T67" fmla="*/ 1802 h 3063"/>
                <a:gd name="T68" fmla="*/ 521 w 3600"/>
                <a:gd name="T69" fmla="*/ 1176 h 3063"/>
                <a:gd name="T70" fmla="*/ 421 w 3600"/>
                <a:gd name="T71" fmla="*/ 1046 h 3063"/>
                <a:gd name="T72" fmla="*/ 265 w 3600"/>
                <a:gd name="T73" fmla="*/ 996 h 3063"/>
                <a:gd name="T74" fmla="*/ 0 w 3600"/>
                <a:gd name="T75" fmla="*/ 196 h 3063"/>
                <a:gd name="T76" fmla="*/ 35 w 3600"/>
                <a:gd name="T77" fmla="*/ 80 h 3063"/>
                <a:gd name="T78" fmla="*/ 135 w 3600"/>
                <a:gd name="T79" fmla="*/ 10 h 3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600" h="3063">
                  <a:moveTo>
                    <a:pt x="195" y="0"/>
                  </a:moveTo>
                  <a:lnTo>
                    <a:pt x="996" y="0"/>
                  </a:lnTo>
                  <a:lnTo>
                    <a:pt x="996" y="266"/>
                  </a:lnTo>
                  <a:lnTo>
                    <a:pt x="1006" y="351"/>
                  </a:lnTo>
                  <a:lnTo>
                    <a:pt x="1047" y="426"/>
                  </a:lnTo>
                  <a:lnTo>
                    <a:pt x="1107" y="481"/>
                  </a:lnTo>
                  <a:lnTo>
                    <a:pt x="1177" y="521"/>
                  </a:lnTo>
                  <a:lnTo>
                    <a:pt x="1262" y="536"/>
                  </a:lnTo>
                  <a:lnTo>
                    <a:pt x="1803" y="536"/>
                  </a:lnTo>
                  <a:lnTo>
                    <a:pt x="1883" y="521"/>
                  </a:lnTo>
                  <a:lnTo>
                    <a:pt x="1958" y="481"/>
                  </a:lnTo>
                  <a:lnTo>
                    <a:pt x="2018" y="426"/>
                  </a:lnTo>
                  <a:lnTo>
                    <a:pt x="2053" y="351"/>
                  </a:lnTo>
                  <a:lnTo>
                    <a:pt x="2068" y="266"/>
                  </a:lnTo>
                  <a:lnTo>
                    <a:pt x="2068" y="0"/>
                  </a:lnTo>
                  <a:lnTo>
                    <a:pt x="2864" y="0"/>
                  </a:lnTo>
                  <a:lnTo>
                    <a:pt x="2929" y="10"/>
                  </a:lnTo>
                  <a:lnTo>
                    <a:pt x="2984" y="35"/>
                  </a:lnTo>
                  <a:lnTo>
                    <a:pt x="3029" y="80"/>
                  </a:lnTo>
                  <a:lnTo>
                    <a:pt x="3054" y="135"/>
                  </a:lnTo>
                  <a:lnTo>
                    <a:pt x="3064" y="196"/>
                  </a:lnTo>
                  <a:lnTo>
                    <a:pt x="3064" y="996"/>
                  </a:lnTo>
                  <a:lnTo>
                    <a:pt x="3330" y="996"/>
                  </a:lnTo>
                  <a:lnTo>
                    <a:pt x="3415" y="1011"/>
                  </a:lnTo>
                  <a:lnTo>
                    <a:pt x="3490" y="1046"/>
                  </a:lnTo>
                  <a:lnTo>
                    <a:pt x="3550" y="1106"/>
                  </a:lnTo>
                  <a:lnTo>
                    <a:pt x="3585" y="1176"/>
                  </a:lnTo>
                  <a:lnTo>
                    <a:pt x="3600" y="1261"/>
                  </a:lnTo>
                  <a:lnTo>
                    <a:pt x="3600" y="1802"/>
                  </a:lnTo>
                  <a:lnTo>
                    <a:pt x="3585" y="1887"/>
                  </a:lnTo>
                  <a:lnTo>
                    <a:pt x="3550" y="1957"/>
                  </a:lnTo>
                  <a:lnTo>
                    <a:pt x="3490" y="2017"/>
                  </a:lnTo>
                  <a:lnTo>
                    <a:pt x="3415" y="2052"/>
                  </a:lnTo>
                  <a:lnTo>
                    <a:pt x="3330" y="2067"/>
                  </a:lnTo>
                  <a:lnTo>
                    <a:pt x="3064" y="2067"/>
                  </a:lnTo>
                  <a:lnTo>
                    <a:pt x="3064" y="2867"/>
                  </a:lnTo>
                  <a:lnTo>
                    <a:pt x="3054" y="2928"/>
                  </a:lnTo>
                  <a:lnTo>
                    <a:pt x="3029" y="2983"/>
                  </a:lnTo>
                  <a:lnTo>
                    <a:pt x="2984" y="3028"/>
                  </a:lnTo>
                  <a:lnTo>
                    <a:pt x="2929" y="3053"/>
                  </a:lnTo>
                  <a:lnTo>
                    <a:pt x="2864" y="3063"/>
                  </a:lnTo>
                  <a:lnTo>
                    <a:pt x="2068" y="3063"/>
                  </a:lnTo>
                  <a:lnTo>
                    <a:pt x="2068" y="2797"/>
                  </a:lnTo>
                  <a:lnTo>
                    <a:pt x="2053" y="2712"/>
                  </a:lnTo>
                  <a:lnTo>
                    <a:pt x="2018" y="2637"/>
                  </a:lnTo>
                  <a:lnTo>
                    <a:pt x="1958" y="2582"/>
                  </a:lnTo>
                  <a:lnTo>
                    <a:pt x="1883" y="2542"/>
                  </a:lnTo>
                  <a:lnTo>
                    <a:pt x="1803" y="2527"/>
                  </a:lnTo>
                  <a:lnTo>
                    <a:pt x="1262" y="2527"/>
                  </a:lnTo>
                  <a:lnTo>
                    <a:pt x="1177" y="2542"/>
                  </a:lnTo>
                  <a:lnTo>
                    <a:pt x="1107" y="2582"/>
                  </a:lnTo>
                  <a:lnTo>
                    <a:pt x="1047" y="2637"/>
                  </a:lnTo>
                  <a:lnTo>
                    <a:pt x="1006" y="2712"/>
                  </a:lnTo>
                  <a:lnTo>
                    <a:pt x="996" y="2797"/>
                  </a:lnTo>
                  <a:lnTo>
                    <a:pt x="996" y="3063"/>
                  </a:lnTo>
                  <a:lnTo>
                    <a:pt x="195" y="3063"/>
                  </a:lnTo>
                  <a:lnTo>
                    <a:pt x="135" y="3053"/>
                  </a:lnTo>
                  <a:lnTo>
                    <a:pt x="80" y="3028"/>
                  </a:lnTo>
                  <a:lnTo>
                    <a:pt x="35" y="2983"/>
                  </a:lnTo>
                  <a:lnTo>
                    <a:pt x="10" y="2928"/>
                  </a:lnTo>
                  <a:lnTo>
                    <a:pt x="0" y="2867"/>
                  </a:lnTo>
                  <a:lnTo>
                    <a:pt x="0" y="2067"/>
                  </a:lnTo>
                  <a:lnTo>
                    <a:pt x="265" y="2067"/>
                  </a:lnTo>
                  <a:lnTo>
                    <a:pt x="351" y="2052"/>
                  </a:lnTo>
                  <a:lnTo>
                    <a:pt x="421" y="2017"/>
                  </a:lnTo>
                  <a:lnTo>
                    <a:pt x="481" y="1957"/>
                  </a:lnTo>
                  <a:lnTo>
                    <a:pt x="521" y="1887"/>
                  </a:lnTo>
                  <a:lnTo>
                    <a:pt x="531" y="1802"/>
                  </a:lnTo>
                  <a:lnTo>
                    <a:pt x="531" y="1261"/>
                  </a:lnTo>
                  <a:lnTo>
                    <a:pt x="521" y="1176"/>
                  </a:lnTo>
                  <a:lnTo>
                    <a:pt x="481" y="1106"/>
                  </a:lnTo>
                  <a:lnTo>
                    <a:pt x="421" y="1046"/>
                  </a:lnTo>
                  <a:lnTo>
                    <a:pt x="351" y="1011"/>
                  </a:lnTo>
                  <a:lnTo>
                    <a:pt x="265" y="996"/>
                  </a:lnTo>
                  <a:lnTo>
                    <a:pt x="0" y="996"/>
                  </a:lnTo>
                  <a:lnTo>
                    <a:pt x="0" y="196"/>
                  </a:lnTo>
                  <a:lnTo>
                    <a:pt x="10" y="135"/>
                  </a:lnTo>
                  <a:lnTo>
                    <a:pt x="35" y="80"/>
                  </a:lnTo>
                  <a:lnTo>
                    <a:pt x="80" y="35"/>
                  </a:lnTo>
                  <a:lnTo>
                    <a:pt x="135" y="10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4"/>
            </a:solidFill>
            <a:ln w="25400">
              <a:solidFill>
                <a:schemeClr val="accent4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8987"/>
              <a:endParaRPr lang="en-IN" sz="2400">
                <a:solidFill>
                  <a:prstClr val="black"/>
                </a:solidFill>
                <a:latin typeface="Segoe U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1400AAE-2E31-483F-9014-32A315F810CC}"/>
              </a:ext>
            </a:extLst>
          </p:cNvPr>
          <p:cNvGrpSpPr/>
          <p:nvPr/>
        </p:nvGrpSpPr>
        <p:grpSpPr>
          <a:xfrm>
            <a:off x="3400006" y="2032401"/>
            <a:ext cx="2021214" cy="2331772"/>
            <a:chOff x="2304300" y="1080075"/>
            <a:chExt cx="2223335" cy="2564949"/>
          </a:xfrm>
        </p:grpSpPr>
        <p:sp>
          <p:nvSpPr>
            <p:cNvPr id="118" name="Freeform 40">
              <a:extLst>
                <a:ext uri="{FF2B5EF4-FFF2-40B4-BE49-F238E27FC236}">
                  <a16:creationId xmlns:a16="http://schemas.microsoft.com/office/drawing/2014/main" id="{51307CBF-8266-463F-8910-823518AD7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300" y="1500938"/>
              <a:ext cx="1863591" cy="2144086"/>
            </a:xfrm>
            <a:custGeom>
              <a:avLst/>
              <a:gdLst>
                <a:gd name="T0" fmla="*/ 1803 w 3601"/>
                <a:gd name="T1" fmla="*/ 0 h 4143"/>
                <a:gd name="T2" fmla="*/ 1963 w 3601"/>
                <a:gd name="T3" fmla="*/ 55 h 4143"/>
                <a:gd name="T4" fmla="*/ 2058 w 3601"/>
                <a:gd name="T5" fmla="*/ 185 h 4143"/>
                <a:gd name="T6" fmla="*/ 2073 w 3601"/>
                <a:gd name="T7" fmla="*/ 540 h 4143"/>
                <a:gd name="T8" fmla="*/ 2930 w 3601"/>
                <a:gd name="T9" fmla="*/ 550 h 4143"/>
                <a:gd name="T10" fmla="*/ 3030 w 3601"/>
                <a:gd name="T11" fmla="*/ 620 h 4143"/>
                <a:gd name="T12" fmla="*/ 3070 w 3601"/>
                <a:gd name="T13" fmla="*/ 736 h 4143"/>
                <a:gd name="T14" fmla="*/ 3335 w 3601"/>
                <a:gd name="T15" fmla="*/ 1536 h 4143"/>
                <a:gd name="T16" fmla="*/ 3490 w 3601"/>
                <a:gd name="T17" fmla="*/ 1586 h 4143"/>
                <a:gd name="T18" fmla="*/ 3591 w 3601"/>
                <a:gd name="T19" fmla="*/ 1716 h 4143"/>
                <a:gd name="T20" fmla="*/ 3601 w 3601"/>
                <a:gd name="T21" fmla="*/ 2342 h 4143"/>
                <a:gd name="T22" fmla="*/ 3550 w 3601"/>
                <a:gd name="T23" fmla="*/ 2497 h 4143"/>
                <a:gd name="T24" fmla="*/ 3420 w 3601"/>
                <a:gd name="T25" fmla="*/ 2592 h 4143"/>
                <a:gd name="T26" fmla="*/ 3070 w 3601"/>
                <a:gd name="T27" fmla="*/ 2607 h 4143"/>
                <a:gd name="T28" fmla="*/ 3060 w 3601"/>
                <a:gd name="T29" fmla="*/ 3468 h 4143"/>
                <a:gd name="T30" fmla="*/ 2985 w 3601"/>
                <a:gd name="T31" fmla="*/ 3568 h 4143"/>
                <a:gd name="T32" fmla="*/ 2869 w 3601"/>
                <a:gd name="T33" fmla="*/ 3603 h 4143"/>
                <a:gd name="T34" fmla="*/ 2073 w 3601"/>
                <a:gd name="T35" fmla="*/ 3873 h 4143"/>
                <a:gd name="T36" fmla="*/ 2018 w 3601"/>
                <a:gd name="T37" fmla="*/ 4033 h 4143"/>
                <a:gd name="T38" fmla="*/ 1888 w 3601"/>
                <a:gd name="T39" fmla="*/ 4128 h 4143"/>
                <a:gd name="T40" fmla="*/ 1267 w 3601"/>
                <a:gd name="T41" fmla="*/ 4143 h 4143"/>
                <a:gd name="T42" fmla="*/ 1107 w 3601"/>
                <a:gd name="T43" fmla="*/ 4088 h 4143"/>
                <a:gd name="T44" fmla="*/ 1012 w 3601"/>
                <a:gd name="T45" fmla="*/ 3958 h 4143"/>
                <a:gd name="T46" fmla="*/ 997 w 3601"/>
                <a:gd name="T47" fmla="*/ 3603 h 4143"/>
                <a:gd name="T48" fmla="*/ 135 w 3601"/>
                <a:gd name="T49" fmla="*/ 3593 h 4143"/>
                <a:gd name="T50" fmla="*/ 40 w 3601"/>
                <a:gd name="T51" fmla="*/ 3523 h 4143"/>
                <a:gd name="T52" fmla="*/ 0 w 3601"/>
                <a:gd name="T53" fmla="*/ 3407 h 4143"/>
                <a:gd name="T54" fmla="*/ 266 w 3601"/>
                <a:gd name="T55" fmla="*/ 2607 h 4143"/>
                <a:gd name="T56" fmla="*/ 426 w 3601"/>
                <a:gd name="T57" fmla="*/ 2557 h 4143"/>
                <a:gd name="T58" fmla="*/ 521 w 3601"/>
                <a:gd name="T59" fmla="*/ 2427 h 4143"/>
                <a:gd name="T60" fmla="*/ 536 w 3601"/>
                <a:gd name="T61" fmla="*/ 1801 h 4143"/>
                <a:gd name="T62" fmla="*/ 481 w 3601"/>
                <a:gd name="T63" fmla="*/ 1646 h 4143"/>
                <a:gd name="T64" fmla="*/ 351 w 3601"/>
                <a:gd name="T65" fmla="*/ 1551 h 4143"/>
                <a:gd name="T66" fmla="*/ 0 w 3601"/>
                <a:gd name="T67" fmla="*/ 1536 h 4143"/>
                <a:gd name="T68" fmla="*/ 10 w 3601"/>
                <a:gd name="T69" fmla="*/ 675 h 4143"/>
                <a:gd name="T70" fmla="*/ 80 w 3601"/>
                <a:gd name="T71" fmla="*/ 575 h 4143"/>
                <a:gd name="T72" fmla="*/ 201 w 3601"/>
                <a:gd name="T73" fmla="*/ 540 h 4143"/>
                <a:gd name="T74" fmla="*/ 997 w 3601"/>
                <a:gd name="T75" fmla="*/ 270 h 4143"/>
                <a:gd name="T76" fmla="*/ 1052 w 3601"/>
                <a:gd name="T77" fmla="*/ 110 h 4143"/>
                <a:gd name="T78" fmla="*/ 1182 w 3601"/>
                <a:gd name="T79" fmla="*/ 15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601" h="4143">
                  <a:moveTo>
                    <a:pt x="1267" y="0"/>
                  </a:moveTo>
                  <a:lnTo>
                    <a:pt x="1803" y="0"/>
                  </a:lnTo>
                  <a:lnTo>
                    <a:pt x="1888" y="15"/>
                  </a:lnTo>
                  <a:lnTo>
                    <a:pt x="1963" y="55"/>
                  </a:lnTo>
                  <a:lnTo>
                    <a:pt x="2018" y="110"/>
                  </a:lnTo>
                  <a:lnTo>
                    <a:pt x="2058" y="185"/>
                  </a:lnTo>
                  <a:lnTo>
                    <a:pt x="2073" y="270"/>
                  </a:lnTo>
                  <a:lnTo>
                    <a:pt x="2073" y="540"/>
                  </a:lnTo>
                  <a:lnTo>
                    <a:pt x="2869" y="540"/>
                  </a:lnTo>
                  <a:lnTo>
                    <a:pt x="2930" y="550"/>
                  </a:lnTo>
                  <a:lnTo>
                    <a:pt x="2985" y="575"/>
                  </a:lnTo>
                  <a:lnTo>
                    <a:pt x="3030" y="620"/>
                  </a:lnTo>
                  <a:lnTo>
                    <a:pt x="3060" y="675"/>
                  </a:lnTo>
                  <a:lnTo>
                    <a:pt x="3070" y="736"/>
                  </a:lnTo>
                  <a:lnTo>
                    <a:pt x="3070" y="1536"/>
                  </a:lnTo>
                  <a:lnTo>
                    <a:pt x="3335" y="1536"/>
                  </a:lnTo>
                  <a:lnTo>
                    <a:pt x="3420" y="1551"/>
                  </a:lnTo>
                  <a:lnTo>
                    <a:pt x="3490" y="1586"/>
                  </a:lnTo>
                  <a:lnTo>
                    <a:pt x="3550" y="1646"/>
                  </a:lnTo>
                  <a:lnTo>
                    <a:pt x="3591" y="1716"/>
                  </a:lnTo>
                  <a:lnTo>
                    <a:pt x="3601" y="1801"/>
                  </a:lnTo>
                  <a:lnTo>
                    <a:pt x="3601" y="2342"/>
                  </a:lnTo>
                  <a:lnTo>
                    <a:pt x="3591" y="2427"/>
                  </a:lnTo>
                  <a:lnTo>
                    <a:pt x="3550" y="2497"/>
                  </a:lnTo>
                  <a:lnTo>
                    <a:pt x="3490" y="2557"/>
                  </a:lnTo>
                  <a:lnTo>
                    <a:pt x="3420" y="2592"/>
                  </a:lnTo>
                  <a:lnTo>
                    <a:pt x="3335" y="2607"/>
                  </a:lnTo>
                  <a:lnTo>
                    <a:pt x="3070" y="2607"/>
                  </a:lnTo>
                  <a:lnTo>
                    <a:pt x="3070" y="3407"/>
                  </a:lnTo>
                  <a:lnTo>
                    <a:pt x="3060" y="3468"/>
                  </a:lnTo>
                  <a:lnTo>
                    <a:pt x="3030" y="3523"/>
                  </a:lnTo>
                  <a:lnTo>
                    <a:pt x="2985" y="3568"/>
                  </a:lnTo>
                  <a:lnTo>
                    <a:pt x="2930" y="3593"/>
                  </a:lnTo>
                  <a:lnTo>
                    <a:pt x="2869" y="3603"/>
                  </a:lnTo>
                  <a:lnTo>
                    <a:pt x="2073" y="3603"/>
                  </a:lnTo>
                  <a:lnTo>
                    <a:pt x="2073" y="3873"/>
                  </a:lnTo>
                  <a:lnTo>
                    <a:pt x="2058" y="3958"/>
                  </a:lnTo>
                  <a:lnTo>
                    <a:pt x="2018" y="4033"/>
                  </a:lnTo>
                  <a:lnTo>
                    <a:pt x="1963" y="4088"/>
                  </a:lnTo>
                  <a:lnTo>
                    <a:pt x="1888" y="4128"/>
                  </a:lnTo>
                  <a:lnTo>
                    <a:pt x="1803" y="4143"/>
                  </a:lnTo>
                  <a:lnTo>
                    <a:pt x="1267" y="4143"/>
                  </a:lnTo>
                  <a:lnTo>
                    <a:pt x="1182" y="4128"/>
                  </a:lnTo>
                  <a:lnTo>
                    <a:pt x="1107" y="4088"/>
                  </a:lnTo>
                  <a:lnTo>
                    <a:pt x="1052" y="4033"/>
                  </a:lnTo>
                  <a:lnTo>
                    <a:pt x="1012" y="3958"/>
                  </a:lnTo>
                  <a:lnTo>
                    <a:pt x="997" y="3873"/>
                  </a:lnTo>
                  <a:lnTo>
                    <a:pt x="997" y="3603"/>
                  </a:lnTo>
                  <a:lnTo>
                    <a:pt x="201" y="3603"/>
                  </a:lnTo>
                  <a:lnTo>
                    <a:pt x="135" y="3593"/>
                  </a:lnTo>
                  <a:lnTo>
                    <a:pt x="80" y="3568"/>
                  </a:lnTo>
                  <a:lnTo>
                    <a:pt x="40" y="3523"/>
                  </a:lnTo>
                  <a:lnTo>
                    <a:pt x="10" y="3468"/>
                  </a:lnTo>
                  <a:lnTo>
                    <a:pt x="0" y="3407"/>
                  </a:lnTo>
                  <a:lnTo>
                    <a:pt x="0" y="2607"/>
                  </a:lnTo>
                  <a:lnTo>
                    <a:pt x="266" y="2607"/>
                  </a:lnTo>
                  <a:lnTo>
                    <a:pt x="351" y="2592"/>
                  </a:lnTo>
                  <a:lnTo>
                    <a:pt x="426" y="2557"/>
                  </a:lnTo>
                  <a:lnTo>
                    <a:pt x="481" y="2497"/>
                  </a:lnTo>
                  <a:lnTo>
                    <a:pt x="521" y="2427"/>
                  </a:lnTo>
                  <a:lnTo>
                    <a:pt x="536" y="2342"/>
                  </a:lnTo>
                  <a:lnTo>
                    <a:pt x="536" y="1801"/>
                  </a:lnTo>
                  <a:lnTo>
                    <a:pt x="521" y="1716"/>
                  </a:lnTo>
                  <a:lnTo>
                    <a:pt x="481" y="1646"/>
                  </a:lnTo>
                  <a:lnTo>
                    <a:pt x="426" y="1586"/>
                  </a:lnTo>
                  <a:lnTo>
                    <a:pt x="351" y="1551"/>
                  </a:lnTo>
                  <a:lnTo>
                    <a:pt x="266" y="1536"/>
                  </a:lnTo>
                  <a:lnTo>
                    <a:pt x="0" y="1536"/>
                  </a:lnTo>
                  <a:lnTo>
                    <a:pt x="0" y="736"/>
                  </a:lnTo>
                  <a:lnTo>
                    <a:pt x="10" y="675"/>
                  </a:lnTo>
                  <a:lnTo>
                    <a:pt x="40" y="620"/>
                  </a:lnTo>
                  <a:lnTo>
                    <a:pt x="80" y="575"/>
                  </a:lnTo>
                  <a:lnTo>
                    <a:pt x="135" y="550"/>
                  </a:lnTo>
                  <a:lnTo>
                    <a:pt x="201" y="540"/>
                  </a:lnTo>
                  <a:lnTo>
                    <a:pt x="997" y="540"/>
                  </a:lnTo>
                  <a:lnTo>
                    <a:pt x="997" y="270"/>
                  </a:lnTo>
                  <a:lnTo>
                    <a:pt x="1012" y="185"/>
                  </a:lnTo>
                  <a:lnTo>
                    <a:pt x="1052" y="110"/>
                  </a:lnTo>
                  <a:lnTo>
                    <a:pt x="1107" y="55"/>
                  </a:lnTo>
                  <a:lnTo>
                    <a:pt x="1182" y="15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chemeClr val="tx1">
                <a:alpha val="19000"/>
              </a:schemeClr>
            </a:solidFill>
            <a:ln w="0">
              <a:noFill/>
              <a:prstDash val="solid"/>
              <a:round/>
              <a:headEnd/>
              <a:tailEnd/>
            </a:ln>
            <a:effectLst>
              <a:softEdge rad="2794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8987"/>
              <a:endParaRPr lang="en-IN" sz="2400">
                <a:solidFill>
                  <a:prstClr val="black"/>
                </a:solidFill>
                <a:latin typeface="Segoe UI"/>
              </a:endParaRPr>
            </a:p>
          </p:txBody>
        </p:sp>
        <p:sp>
          <p:nvSpPr>
            <p:cNvPr id="88" name="Freeform 40">
              <a:extLst>
                <a:ext uri="{FF2B5EF4-FFF2-40B4-BE49-F238E27FC236}">
                  <a16:creationId xmlns:a16="http://schemas.microsoft.com/office/drawing/2014/main" id="{1671ADA1-B4A2-4529-A9EA-A1BBDF777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044" y="1080075"/>
              <a:ext cx="1863591" cy="2144086"/>
            </a:xfrm>
            <a:custGeom>
              <a:avLst/>
              <a:gdLst>
                <a:gd name="T0" fmla="*/ 1803 w 3601"/>
                <a:gd name="T1" fmla="*/ 0 h 4143"/>
                <a:gd name="T2" fmla="*/ 1963 w 3601"/>
                <a:gd name="T3" fmla="*/ 55 h 4143"/>
                <a:gd name="T4" fmla="*/ 2058 w 3601"/>
                <a:gd name="T5" fmla="*/ 185 h 4143"/>
                <a:gd name="T6" fmla="*/ 2073 w 3601"/>
                <a:gd name="T7" fmla="*/ 540 h 4143"/>
                <a:gd name="T8" fmla="*/ 2930 w 3601"/>
                <a:gd name="T9" fmla="*/ 550 h 4143"/>
                <a:gd name="T10" fmla="*/ 3030 w 3601"/>
                <a:gd name="T11" fmla="*/ 620 h 4143"/>
                <a:gd name="T12" fmla="*/ 3070 w 3601"/>
                <a:gd name="T13" fmla="*/ 736 h 4143"/>
                <a:gd name="T14" fmla="*/ 3335 w 3601"/>
                <a:gd name="T15" fmla="*/ 1536 h 4143"/>
                <a:gd name="T16" fmla="*/ 3490 w 3601"/>
                <a:gd name="T17" fmla="*/ 1586 h 4143"/>
                <a:gd name="T18" fmla="*/ 3591 w 3601"/>
                <a:gd name="T19" fmla="*/ 1716 h 4143"/>
                <a:gd name="T20" fmla="*/ 3601 w 3601"/>
                <a:gd name="T21" fmla="*/ 2342 h 4143"/>
                <a:gd name="T22" fmla="*/ 3550 w 3601"/>
                <a:gd name="T23" fmla="*/ 2497 h 4143"/>
                <a:gd name="T24" fmla="*/ 3420 w 3601"/>
                <a:gd name="T25" fmla="*/ 2592 h 4143"/>
                <a:gd name="T26" fmla="*/ 3070 w 3601"/>
                <a:gd name="T27" fmla="*/ 2607 h 4143"/>
                <a:gd name="T28" fmla="*/ 3060 w 3601"/>
                <a:gd name="T29" fmla="*/ 3468 h 4143"/>
                <a:gd name="T30" fmla="*/ 2985 w 3601"/>
                <a:gd name="T31" fmla="*/ 3568 h 4143"/>
                <a:gd name="T32" fmla="*/ 2869 w 3601"/>
                <a:gd name="T33" fmla="*/ 3603 h 4143"/>
                <a:gd name="T34" fmla="*/ 2073 w 3601"/>
                <a:gd name="T35" fmla="*/ 3873 h 4143"/>
                <a:gd name="T36" fmla="*/ 2018 w 3601"/>
                <a:gd name="T37" fmla="*/ 4033 h 4143"/>
                <a:gd name="T38" fmla="*/ 1888 w 3601"/>
                <a:gd name="T39" fmla="*/ 4128 h 4143"/>
                <a:gd name="T40" fmla="*/ 1267 w 3601"/>
                <a:gd name="T41" fmla="*/ 4143 h 4143"/>
                <a:gd name="T42" fmla="*/ 1107 w 3601"/>
                <a:gd name="T43" fmla="*/ 4088 h 4143"/>
                <a:gd name="T44" fmla="*/ 1012 w 3601"/>
                <a:gd name="T45" fmla="*/ 3958 h 4143"/>
                <a:gd name="T46" fmla="*/ 997 w 3601"/>
                <a:gd name="T47" fmla="*/ 3603 h 4143"/>
                <a:gd name="T48" fmla="*/ 135 w 3601"/>
                <a:gd name="T49" fmla="*/ 3593 h 4143"/>
                <a:gd name="T50" fmla="*/ 40 w 3601"/>
                <a:gd name="T51" fmla="*/ 3523 h 4143"/>
                <a:gd name="T52" fmla="*/ 0 w 3601"/>
                <a:gd name="T53" fmla="*/ 3407 h 4143"/>
                <a:gd name="T54" fmla="*/ 266 w 3601"/>
                <a:gd name="T55" fmla="*/ 2607 h 4143"/>
                <a:gd name="T56" fmla="*/ 426 w 3601"/>
                <a:gd name="T57" fmla="*/ 2557 h 4143"/>
                <a:gd name="T58" fmla="*/ 521 w 3601"/>
                <a:gd name="T59" fmla="*/ 2427 h 4143"/>
                <a:gd name="T60" fmla="*/ 536 w 3601"/>
                <a:gd name="T61" fmla="*/ 1801 h 4143"/>
                <a:gd name="T62" fmla="*/ 481 w 3601"/>
                <a:gd name="T63" fmla="*/ 1646 h 4143"/>
                <a:gd name="T64" fmla="*/ 351 w 3601"/>
                <a:gd name="T65" fmla="*/ 1551 h 4143"/>
                <a:gd name="T66" fmla="*/ 0 w 3601"/>
                <a:gd name="T67" fmla="*/ 1536 h 4143"/>
                <a:gd name="T68" fmla="*/ 10 w 3601"/>
                <a:gd name="T69" fmla="*/ 675 h 4143"/>
                <a:gd name="T70" fmla="*/ 80 w 3601"/>
                <a:gd name="T71" fmla="*/ 575 h 4143"/>
                <a:gd name="T72" fmla="*/ 201 w 3601"/>
                <a:gd name="T73" fmla="*/ 540 h 4143"/>
                <a:gd name="T74" fmla="*/ 997 w 3601"/>
                <a:gd name="T75" fmla="*/ 270 h 4143"/>
                <a:gd name="T76" fmla="*/ 1052 w 3601"/>
                <a:gd name="T77" fmla="*/ 110 h 4143"/>
                <a:gd name="T78" fmla="*/ 1182 w 3601"/>
                <a:gd name="T79" fmla="*/ 15 h 4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601" h="4143">
                  <a:moveTo>
                    <a:pt x="1267" y="0"/>
                  </a:moveTo>
                  <a:lnTo>
                    <a:pt x="1803" y="0"/>
                  </a:lnTo>
                  <a:lnTo>
                    <a:pt x="1888" y="15"/>
                  </a:lnTo>
                  <a:lnTo>
                    <a:pt x="1963" y="55"/>
                  </a:lnTo>
                  <a:lnTo>
                    <a:pt x="2018" y="110"/>
                  </a:lnTo>
                  <a:lnTo>
                    <a:pt x="2058" y="185"/>
                  </a:lnTo>
                  <a:lnTo>
                    <a:pt x="2073" y="270"/>
                  </a:lnTo>
                  <a:lnTo>
                    <a:pt x="2073" y="540"/>
                  </a:lnTo>
                  <a:lnTo>
                    <a:pt x="2869" y="540"/>
                  </a:lnTo>
                  <a:lnTo>
                    <a:pt x="2930" y="550"/>
                  </a:lnTo>
                  <a:lnTo>
                    <a:pt x="2985" y="575"/>
                  </a:lnTo>
                  <a:lnTo>
                    <a:pt x="3030" y="620"/>
                  </a:lnTo>
                  <a:lnTo>
                    <a:pt x="3060" y="675"/>
                  </a:lnTo>
                  <a:lnTo>
                    <a:pt x="3070" y="736"/>
                  </a:lnTo>
                  <a:lnTo>
                    <a:pt x="3070" y="1536"/>
                  </a:lnTo>
                  <a:lnTo>
                    <a:pt x="3335" y="1536"/>
                  </a:lnTo>
                  <a:lnTo>
                    <a:pt x="3420" y="1551"/>
                  </a:lnTo>
                  <a:lnTo>
                    <a:pt x="3490" y="1586"/>
                  </a:lnTo>
                  <a:lnTo>
                    <a:pt x="3550" y="1646"/>
                  </a:lnTo>
                  <a:lnTo>
                    <a:pt x="3591" y="1716"/>
                  </a:lnTo>
                  <a:lnTo>
                    <a:pt x="3601" y="1801"/>
                  </a:lnTo>
                  <a:lnTo>
                    <a:pt x="3601" y="2342"/>
                  </a:lnTo>
                  <a:lnTo>
                    <a:pt x="3591" y="2427"/>
                  </a:lnTo>
                  <a:lnTo>
                    <a:pt x="3550" y="2497"/>
                  </a:lnTo>
                  <a:lnTo>
                    <a:pt x="3490" y="2557"/>
                  </a:lnTo>
                  <a:lnTo>
                    <a:pt x="3420" y="2592"/>
                  </a:lnTo>
                  <a:lnTo>
                    <a:pt x="3335" y="2607"/>
                  </a:lnTo>
                  <a:lnTo>
                    <a:pt x="3070" y="2607"/>
                  </a:lnTo>
                  <a:lnTo>
                    <a:pt x="3070" y="3407"/>
                  </a:lnTo>
                  <a:lnTo>
                    <a:pt x="3060" y="3468"/>
                  </a:lnTo>
                  <a:lnTo>
                    <a:pt x="3030" y="3523"/>
                  </a:lnTo>
                  <a:lnTo>
                    <a:pt x="2985" y="3568"/>
                  </a:lnTo>
                  <a:lnTo>
                    <a:pt x="2930" y="3593"/>
                  </a:lnTo>
                  <a:lnTo>
                    <a:pt x="2869" y="3603"/>
                  </a:lnTo>
                  <a:lnTo>
                    <a:pt x="2073" y="3603"/>
                  </a:lnTo>
                  <a:lnTo>
                    <a:pt x="2073" y="3873"/>
                  </a:lnTo>
                  <a:lnTo>
                    <a:pt x="2058" y="3958"/>
                  </a:lnTo>
                  <a:lnTo>
                    <a:pt x="2018" y="4033"/>
                  </a:lnTo>
                  <a:lnTo>
                    <a:pt x="1963" y="4088"/>
                  </a:lnTo>
                  <a:lnTo>
                    <a:pt x="1888" y="4128"/>
                  </a:lnTo>
                  <a:lnTo>
                    <a:pt x="1803" y="4143"/>
                  </a:lnTo>
                  <a:lnTo>
                    <a:pt x="1267" y="4143"/>
                  </a:lnTo>
                  <a:lnTo>
                    <a:pt x="1182" y="4128"/>
                  </a:lnTo>
                  <a:lnTo>
                    <a:pt x="1107" y="4088"/>
                  </a:lnTo>
                  <a:lnTo>
                    <a:pt x="1052" y="4033"/>
                  </a:lnTo>
                  <a:lnTo>
                    <a:pt x="1012" y="3958"/>
                  </a:lnTo>
                  <a:lnTo>
                    <a:pt x="997" y="3873"/>
                  </a:lnTo>
                  <a:lnTo>
                    <a:pt x="997" y="3603"/>
                  </a:lnTo>
                  <a:lnTo>
                    <a:pt x="201" y="3603"/>
                  </a:lnTo>
                  <a:lnTo>
                    <a:pt x="135" y="3593"/>
                  </a:lnTo>
                  <a:lnTo>
                    <a:pt x="80" y="3568"/>
                  </a:lnTo>
                  <a:lnTo>
                    <a:pt x="40" y="3523"/>
                  </a:lnTo>
                  <a:lnTo>
                    <a:pt x="10" y="3468"/>
                  </a:lnTo>
                  <a:lnTo>
                    <a:pt x="0" y="3407"/>
                  </a:lnTo>
                  <a:lnTo>
                    <a:pt x="0" y="2607"/>
                  </a:lnTo>
                  <a:lnTo>
                    <a:pt x="266" y="2607"/>
                  </a:lnTo>
                  <a:lnTo>
                    <a:pt x="351" y="2592"/>
                  </a:lnTo>
                  <a:lnTo>
                    <a:pt x="426" y="2557"/>
                  </a:lnTo>
                  <a:lnTo>
                    <a:pt x="481" y="2497"/>
                  </a:lnTo>
                  <a:lnTo>
                    <a:pt x="521" y="2427"/>
                  </a:lnTo>
                  <a:lnTo>
                    <a:pt x="536" y="2342"/>
                  </a:lnTo>
                  <a:lnTo>
                    <a:pt x="536" y="1801"/>
                  </a:lnTo>
                  <a:lnTo>
                    <a:pt x="521" y="1716"/>
                  </a:lnTo>
                  <a:lnTo>
                    <a:pt x="481" y="1646"/>
                  </a:lnTo>
                  <a:lnTo>
                    <a:pt x="426" y="1586"/>
                  </a:lnTo>
                  <a:lnTo>
                    <a:pt x="351" y="1551"/>
                  </a:lnTo>
                  <a:lnTo>
                    <a:pt x="266" y="1536"/>
                  </a:lnTo>
                  <a:lnTo>
                    <a:pt x="0" y="1536"/>
                  </a:lnTo>
                  <a:lnTo>
                    <a:pt x="0" y="736"/>
                  </a:lnTo>
                  <a:lnTo>
                    <a:pt x="10" y="675"/>
                  </a:lnTo>
                  <a:lnTo>
                    <a:pt x="40" y="620"/>
                  </a:lnTo>
                  <a:lnTo>
                    <a:pt x="80" y="575"/>
                  </a:lnTo>
                  <a:lnTo>
                    <a:pt x="135" y="550"/>
                  </a:lnTo>
                  <a:lnTo>
                    <a:pt x="201" y="540"/>
                  </a:lnTo>
                  <a:lnTo>
                    <a:pt x="997" y="540"/>
                  </a:lnTo>
                  <a:lnTo>
                    <a:pt x="997" y="270"/>
                  </a:lnTo>
                  <a:lnTo>
                    <a:pt x="1012" y="185"/>
                  </a:lnTo>
                  <a:lnTo>
                    <a:pt x="1052" y="110"/>
                  </a:lnTo>
                  <a:lnTo>
                    <a:pt x="1107" y="55"/>
                  </a:lnTo>
                  <a:lnTo>
                    <a:pt x="1182" y="15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accent2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8987"/>
              <a:endParaRPr lang="en-IN" sz="2400">
                <a:solidFill>
                  <a:prstClr val="black"/>
                </a:solidFill>
                <a:latin typeface="Segoe U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6128F2-0E11-4FE9-B7C9-49304126AE42}"/>
              </a:ext>
            </a:extLst>
          </p:cNvPr>
          <p:cNvGrpSpPr/>
          <p:nvPr/>
        </p:nvGrpSpPr>
        <p:grpSpPr>
          <a:xfrm>
            <a:off x="1372139" y="2284905"/>
            <a:ext cx="2275269" cy="1823662"/>
            <a:chOff x="263728" y="1357984"/>
            <a:chExt cx="2502796" cy="2006028"/>
          </a:xfrm>
        </p:grpSpPr>
        <p:sp>
          <p:nvSpPr>
            <p:cNvPr id="117" name="Freeform 38">
              <a:extLst>
                <a:ext uri="{FF2B5EF4-FFF2-40B4-BE49-F238E27FC236}">
                  <a16:creationId xmlns:a16="http://schemas.microsoft.com/office/drawing/2014/main" id="{29D3DC45-50CD-40DD-96E6-E85A440D6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728" y="1778847"/>
              <a:ext cx="2143052" cy="1585165"/>
            </a:xfrm>
            <a:custGeom>
              <a:avLst/>
              <a:gdLst>
                <a:gd name="T0" fmla="*/ 1537 w 4141"/>
                <a:gd name="T1" fmla="*/ 0 h 3063"/>
                <a:gd name="T2" fmla="*/ 1552 w 4141"/>
                <a:gd name="T3" fmla="*/ 351 h 3063"/>
                <a:gd name="T4" fmla="*/ 1647 w 4141"/>
                <a:gd name="T5" fmla="*/ 481 h 3063"/>
                <a:gd name="T6" fmla="*/ 1803 w 4141"/>
                <a:gd name="T7" fmla="*/ 536 h 3063"/>
                <a:gd name="T8" fmla="*/ 2429 w 4141"/>
                <a:gd name="T9" fmla="*/ 521 h 3063"/>
                <a:gd name="T10" fmla="*/ 2559 w 4141"/>
                <a:gd name="T11" fmla="*/ 426 h 3063"/>
                <a:gd name="T12" fmla="*/ 2609 w 4141"/>
                <a:gd name="T13" fmla="*/ 266 h 3063"/>
                <a:gd name="T14" fmla="*/ 3410 w 4141"/>
                <a:gd name="T15" fmla="*/ 0 h 3063"/>
                <a:gd name="T16" fmla="*/ 3525 w 4141"/>
                <a:gd name="T17" fmla="*/ 35 h 3063"/>
                <a:gd name="T18" fmla="*/ 3595 w 4141"/>
                <a:gd name="T19" fmla="*/ 135 h 3063"/>
                <a:gd name="T20" fmla="*/ 3605 w 4141"/>
                <a:gd name="T21" fmla="*/ 996 h 3063"/>
                <a:gd name="T22" fmla="*/ 3956 w 4141"/>
                <a:gd name="T23" fmla="*/ 1011 h 3063"/>
                <a:gd name="T24" fmla="*/ 4091 w 4141"/>
                <a:gd name="T25" fmla="*/ 1106 h 3063"/>
                <a:gd name="T26" fmla="*/ 4141 w 4141"/>
                <a:gd name="T27" fmla="*/ 1261 h 3063"/>
                <a:gd name="T28" fmla="*/ 4126 w 4141"/>
                <a:gd name="T29" fmla="*/ 1887 h 3063"/>
                <a:gd name="T30" fmla="*/ 4031 w 4141"/>
                <a:gd name="T31" fmla="*/ 2017 h 3063"/>
                <a:gd name="T32" fmla="*/ 3871 w 4141"/>
                <a:gd name="T33" fmla="*/ 2067 h 3063"/>
                <a:gd name="T34" fmla="*/ 3605 w 4141"/>
                <a:gd name="T35" fmla="*/ 2867 h 3063"/>
                <a:gd name="T36" fmla="*/ 3570 w 4141"/>
                <a:gd name="T37" fmla="*/ 2983 h 3063"/>
                <a:gd name="T38" fmla="*/ 3470 w 4141"/>
                <a:gd name="T39" fmla="*/ 3053 h 3063"/>
                <a:gd name="T40" fmla="*/ 2609 w 4141"/>
                <a:gd name="T41" fmla="*/ 3063 h 3063"/>
                <a:gd name="T42" fmla="*/ 2594 w 4141"/>
                <a:gd name="T43" fmla="*/ 2712 h 3063"/>
                <a:gd name="T44" fmla="*/ 2499 w 4141"/>
                <a:gd name="T45" fmla="*/ 2582 h 3063"/>
                <a:gd name="T46" fmla="*/ 2343 w 4141"/>
                <a:gd name="T47" fmla="*/ 2527 h 3063"/>
                <a:gd name="T48" fmla="*/ 1717 w 4141"/>
                <a:gd name="T49" fmla="*/ 2542 h 3063"/>
                <a:gd name="T50" fmla="*/ 1587 w 4141"/>
                <a:gd name="T51" fmla="*/ 2637 h 3063"/>
                <a:gd name="T52" fmla="*/ 1537 w 4141"/>
                <a:gd name="T53" fmla="*/ 2797 h 3063"/>
                <a:gd name="T54" fmla="*/ 736 w 4141"/>
                <a:gd name="T55" fmla="*/ 3063 h 3063"/>
                <a:gd name="T56" fmla="*/ 621 w 4141"/>
                <a:gd name="T57" fmla="*/ 3028 h 3063"/>
                <a:gd name="T58" fmla="*/ 551 w 4141"/>
                <a:gd name="T59" fmla="*/ 2928 h 3063"/>
                <a:gd name="T60" fmla="*/ 541 w 4141"/>
                <a:gd name="T61" fmla="*/ 2067 h 3063"/>
                <a:gd name="T62" fmla="*/ 185 w 4141"/>
                <a:gd name="T63" fmla="*/ 2052 h 3063"/>
                <a:gd name="T64" fmla="*/ 50 w 4141"/>
                <a:gd name="T65" fmla="*/ 1957 h 3063"/>
                <a:gd name="T66" fmla="*/ 0 w 4141"/>
                <a:gd name="T67" fmla="*/ 1802 h 3063"/>
                <a:gd name="T68" fmla="*/ 15 w 4141"/>
                <a:gd name="T69" fmla="*/ 1176 h 3063"/>
                <a:gd name="T70" fmla="*/ 110 w 4141"/>
                <a:gd name="T71" fmla="*/ 1046 h 3063"/>
                <a:gd name="T72" fmla="*/ 270 w 4141"/>
                <a:gd name="T73" fmla="*/ 996 h 3063"/>
                <a:gd name="T74" fmla="*/ 541 w 4141"/>
                <a:gd name="T75" fmla="*/ 196 h 3063"/>
                <a:gd name="T76" fmla="*/ 576 w 4141"/>
                <a:gd name="T77" fmla="*/ 80 h 3063"/>
                <a:gd name="T78" fmla="*/ 676 w 4141"/>
                <a:gd name="T79" fmla="*/ 10 h 3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141" h="3063">
                  <a:moveTo>
                    <a:pt x="736" y="0"/>
                  </a:moveTo>
                  <a:lnTo>
                    <a:pt x="1537" y="0"/>
                  </a:lnTo>
                  <a:lnTo>
                    <a:pt x="1537" y="266"/>
                  </a:lnTo>
                  <a:lnTo>
                    <a:pt x="1552" y="351"/>
                  </a:lnTo>
                  <a:lnTo>
                    <a:pt x="1587" y="426"/>
                  </a:lnTo>
                  <a:lnTo>
                    <a:pt x="1647" y="481"/>
                  </a:lnTo>
                  <a:lnTo>
                    <a:pt x="1717" y="521"/>
                  </a:lnTo>
                  <a:lnTo>
                    <a:pt x="1803" y="536"/>
                  </a:lnTo>
                  <a:lnTo>
                    <a:pt x="2343" y="536"/>
                  </a:lnTo>
                  <a:lnTo>
                    <a:pt x="2429" y="521"/>
                  </a:lnTo>
                  <a:lnTo>
                    <a:pt x="2499" y="481"/>
                  </a:lnTo>
                  <a:lnTo>
                    <a:pt x="2559" y="426"/>
                  </a:lnTo>
                  <a:lnTo>
                    <a:pt x="2594" y="351"/>
                  </a:lnTo>
                  <a:lnTo>
                    <a:pt x="2609" y="266"/>
                  </a:lnTo>
                  <a:lnTo>
                    <a:pt x="2609" y="0"/>
                  </a:lnTo>
                  <a:lnTo>
                    <a:pt x="3410" y="0"/>
                  </a:lnTo>
                  <a:lnTo>
                    <a:pt x="3470" y="10"/>
                  </a:lnTo>
                  <a:lnTo>
                    <a:pt x="3525" y="35"/>
                  </a:lnTo>
                  <a:lnTo>
                    <a:pt x="3570" y="80"/>
                  </a:lnTo>
                  <a:lnTo>
                    <a:pt x="3595" y="135"/>
                  </a:lnTo>
                  <a:lnTo>
                    <a:pt x="3605" y="196"/>
                  </a:lnTo>
                  <a:lnTo>
                    <a:pt x="3605" y="996"/>
                  </a:lnTo>
                  <a:lnTo>
                    <a:pt x="3871" y="996"/>
                  </a:lnTo>
                  <a:lnTo>
                    <a:pt x="3956" y="1011"/>
                  </a:lnTo>
                  <a:lnTo>
                    <a:pt x="4031" y="1046"/>
                  </a:lnTo>
                  <a:lnTo>
                    <a:pt x="4091" y="1106"/>
                  </a:lnTo>
                  <a:lnTo>
                    <a:pt x="4126" y="1176"/>
                  </a:lnTo>
                  <a:lnTo>
                    <a:pt x="4141" y="1261"/>
                  </a:lnTo>
                  <a:lnTo>
                    <a:pt x="4141" y="1802"/>
                  </a:lnTo>
                  <a:lnTo>
                    <a:pt x="4126" y="1887"/>
                  </a:lnTo>
                  <a:lnTo>
                    <a:pt x="4091" y="1957"/>
                  </a:lnTo>
                  <a:lnTo>
                    <a:pt x="4031" y="2017"/>
                  </a:lnTo>
                  <a:lnTo>
                    <a:pt x="3956" y="2052"/>
                  </a:lnTo>
                  <a:lnTo>
                    <a:pt x="3871" y="2067"/>
                  </a:lnTo>
                  <a:lnTo>
                    <a:pt x="3605" y="2067"/>
                  </a:lnTo>
                  <a:lnTo>
                    <a:pt x="3605" y="2867"/>
                  </a:lnTo>
                  <a:lnTo>
                    <a:pt x="3595" y="2928"/>
                  </a:lnTo>
                  <a:lnTo>
                    <a:pt x="3570" y="2983"/>
                  </a:lnTo>
                  <a:lnTo>
                    <a:pt x="3525" y="3028"/>
                  </a:lnTo>
                  <a:lnTo>
                    <a:pt x="3470" y="3053"/>
                  </a:lnTo>
                  <a:lnTo>
                    <a:pt x="3410" y="3063"/>
                  </a:lnTo>
                  <a:lnTo>
                    <a:pt x="2609" y="3063"/>
                  </a:lnTo>
                  <a:lnTo>
                    <a:pt x="2609" y="2797"/>
                  </a:lnTo>
                  <a:lnTo>
                    <a:pt x="2594" y="2712"/>
                  </a:lnTo>
                  <a:lnTo>
                    <a:pt x="2559" y="2637"/>
                  </a:lnTo>
                  <a:lnTo>
                    <a:pt x="2499" y="2582"/>
                  </a:lnTo>
                  <a:lnTo>
                    <a:pt x="2429" y="2542"/>
                  </a:lnTo>
                  <a:lnTo>
                    <a:pt x="2343" y="2527"/>
                  </a:lnTo>
                  <a:lnTo>
                    <a:pt x="1803" y="2527"/>
                  </a:lnTo>
                  <a:lnTo>
                    <a:pt x="1717" y="2542"/>
                  </a:lnTo>
                  <a:lnTo>
                    <a:pt x="1647" y="2582"/>
                  </a:lnTo>
                  <a:lnTo>
                    <a:pt x="1587" y="2637"/>
                  </a:lnTo>
                  <a:lnTo>
                    <a:pt x="1552" y="2712"/>
                  </a:lnTo>
                  <a:lnTo>
                    <a:pt x="1537" y="2797"/>
                  </a:lnTo>
                  <a:lnTo>
                    <a:pt x="1537" y="3063"/>
                  </a:lnTo>
                  <a:lnTo>
                    <a:pt x="736" y="3063"/>
                  </a:lnTo>
                  <a:lnTo>
                    <a:pt x="676" y="3053"/>
                  </a:lnTo>
                  <a:lnTo>
                    <a:pt x="621" y="3028"/>
                  </a:lnTo>
                  <a:lnTo>
                    <a:pt x="576" y="2983"/>
                  </a:lnTo>
                  <a:lnTo>
                    <a:pt x="551" y="2928"/>
                  </a:lnTo>
                  <a:lnTo>
                    <a:pt x="541" y="2867"/>
                  </a:lnTo>
                  <a:lnTo>
                    <a:pt x="541" y="2067"/>
                  </a:lnTo>
                  <a:lnTo>
                    <a:pt x="270" y="2067"/>
                  </a:lnTo>
                  <a:lnTo>
                    <a:pt x="185" y="2052"/>
                  </a:lnTo>
                  <a:lnTo>
                    <a:pt x="110" y="2017"/>
                  </a:lnTo>
                  <a:lnTo>
                    <a:pt x="50" y="1957"/>
                  </a:lnTo>
                  <a:lnTo>
                    <a:pt x="15" y="1887"/>
                  </a:lnTo>
                  <a:lnTo>
                    <a:pt x="0" y="1802"/>
                  </a:lnTo>
                  <a:lnTo>
                    <a:pt x="0" y="1261"/>
                  </a:lnTo>
                  <a:lnTo>
                    <a:pt x="15" y="1176"/>
                  </a:lnTo>
                  <a:lnTo>
                    <a:pt x="50" y="1106"/>
                  </a:lnTo>
                  <a:lnTo>
                    <a:pt x="110" y="1046"/>
                  </a:lnTo>
                  <a:lnTo>
                    <a:pt x="185" y="1011"/>
                  </a:lnTo>
                  <a:lnTo>
                    <a:pt x="270" y="996"/>
                  </a:lnTo>
                  <a:lnTo>
                    <a:pt x="541" y="996"/>
                  </a:lnTo>
                  <a:lnTo>
                    <a:pt x="541" y="196"/>
                  </a:lnTo>
                  <a:lnTo>
                    <a:pt x="551" y="135"/>
                  </a:lnTo>
                  <a:lnTo>
                    <a:pt x="576" y="80"/>
                  </a:lnTo>
                  <a:lnTo>
                    <a:pt x="621" y="35"/>
                  </a:lnTo>
                  <a:lnTo>
                    <a:pt x="676" y="10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tx1">
                <a:alpha val="19000"/>
              </a:schemeClr>
            </a:solidFill>
            <a:ln w="0">
              <a:noFill/>
              <a:prstDash val="solid"/>
              <a:round/>
              <a:headEnd/>
              <a:tailEnd/>
            </a:ln>
            <a:effectLst>
              <a:softEdge rad="2794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8987"/>
              <a:endParaRPr lang="en-IN" sz="2400">
                <a:solidFill>
                  <a:prstClr val="black"/>
                </a:solidFill>
                <a:latin typeface="Segoe UI"/>
              </a:endParaRPr>
            </a:p>
          </p:txBody>
        </p:sp>
        <p:sp>
          <p:nvSpPr>
            <p:cNvPr id="87" name="Freeform 38">
              <a:extLst>
                <a:ext uri="{FF2B5EF4-FFF2-40B4-BE49-F238E27FC236}">
                  <a16:creationId xmlns:a16="http://schemas.microsoft.com/office/drawing/2014/main" id="{025B9628-358A-4F95-A606-0A843C6D2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472" y="1357984"/>
              <a:ext cx="2143052" cy="1585165"/>
            </a:xfrm>
            <a:custGeom>
              <a:avLst/>
              <a:gdLst>
                <a:gd name="T0" fmla="*/ 1537 w 4141"/>
                <a:gd name="T1" fmla="*/ 0 h 3063"/>
                <a:gd name="T2" fmla="*/ 1552 w 4141"/>
                <a:gd name="T3" fmla="*/ 351 h 3063"/>
                <a:gd name="T4" fmla="*/ 1647 w 4141"/>
                <a:gd name="T5" fmla="*/ 481 h 3063"/>
                <a:gd name="T6" fmla="*/ 1803 w 4141"/>
                <a:gd name="T7" fmla="*/ 536 h 3063"/>
                <a:gd name="T8" fmla="*/ 2429 w 4141"/>
                <a:gd name="T9" fmla="*/ 521 h 3063"/>
                <a:gd name="T10" fmla="*/ 2559 w 4141"/>
                <a:gd name="T11" fmla="*/ 426 h 3063"/>
                <a:gd name="T12" fmla="*/ 2609 w 4141"/>
                <a:gd name="T13" fmla="*/ 266 h 3063"/>
                <a:gd name="T14" fmla="*/ 3410 w 4141"/>
                <a:gd name="T15" fmla="*/ 0 h 3063"/>
                <a:gd name="T16" fmla="*/ 3525 w 4141"/>
                <a:gd name="T17" fmla="*/ 35 h 3063"/>
                <a:gd name="T18" fmla="*/ 3595 w 4141"/>
                <a:gd name="T19" fmla="*/ 135 h 3063"/>
                <a:gd name="T20" fmla="*/ 3605 w 4141"/>
                <a:gd name="T21" fmla="*/ 996 h 3063"/>
                <a:gd name="T22" fmla="*/ 3956 w 4141"/>
                <a:gd name="T23" fmla="*/ 1011 h 3063"/>
                <a:gd name="T24" fmla="*/ 4091 w 4141"/>
                <a:gd name="T25" fmla="*/ 1106 h 3063"/>
                <a:gd name="T26" fmla="*/ 4141 w 4141"/>
                <a:gd name="T27" fmla="*/ 1261 h 3063"/>
                <a:gd name="T28" fmla="*/ 4126 w 4141"/>
                <a:gd name="T29" fmla="*/ 1887 h 3063"/>
                <a:gd name="T30" fmla="*/ 4031 w 4141"/>
                <a:gd name="T31" fmla="*/ 2017 h 3063"/>
                <a:gd name="T32" fmla="*/ 3871 w 4141"/>
                <a:gd name="T33" fmla="*/ 2067 h 3063"/>
                <a:gd name="T34" fmla="*/ 3605 w 4141"/>
                <a:gd name="T35" fmla="*/ 2867 h 3063"/>
                <a:gd name="T36" fmla="*/ 3570 w 4141"/>
                <a:gd name="T37" fmla="*/ 2983 h 3063"/>
                <a:gd name="T38" fmla="*/ 3470 w 4141"/>
                <a:gd name="T39" fmla="*/ 3053 h 3063"/>
                <a:gd name="T40" fmla="*/ 2609 w 4141"/>
                <a:gd name="T41" fmla="*/ 3063 h 3063"/>
                <a:gd name="T42" fmla="*/ 2594 w 4141"/>
                <a:gd name="T43" fmla="*/ 2712 h 3063"/>
                <a:gd name="T44" fmla="*/ 2499 w 4141"/>
                <a:gd name="T45" fmla="*/ 2582 h 3063"/>
                <a:gd name="T46" fmla="*/ 2343 w 4141"/>
                <a:gd name="T47" fmla="*/ 2527 h 3063"/>
                <a:gd name="T48" fmla="*/ 1717 w 4141"/>
                <a:gd name="T49" fmla="*/ 2542 h 3063"/>
                <a:gd name="T50" fmla="*/ 1587 w 4141"/>
                <a:gd name="T51" fmla="*/ 2637 h 3063"/>
                <a:gd name="T52" fmla="*/ 1537 w 4141"/>
                <a:gd name="T53" fmla="*/ 2797 h 3063"/>
                <a:gd name="T54" fmla="*/ 736 w 4141"/>
                <a:gd name="T55" fmla="*/ 3063 h 3063"/>
                <a:gd name="T56" fmla="*/ 621 w 4141"/>
                <a:gd name="T57" fmla="*/ 3028 h 3063"/>
                <a:gd name="T58" fmla="*/ 551 w 4141"/>
                <a:gd name="T59" fmla="*/ 2928 h 3063"/>
                <a:gd name="T60" fmla="*/ 541 w 4141"/>
                <a:gd name="T61" fmla="*/ 2067 h 3063"/>
                <a:gd name="T62" fmla="*/ 185 w 4141"/>
                <a:gd name="T63" fmla="*/ 2052 h 3063"/>
                <a:gd name="T64" fmla="*/ 50 w 4141"/>
                <a:gd name="T65" fmla="*/ 1957 h 3063"/>
                <a:gd name="T66" fmla="*/ 0 w 4141"/>
                <a:gd name="T67" fmla="*/ 1802 h 3063"/>
                <a:gd name="T68" fmla="*/ 15 w 4141"/>
                <a:gd name="T69" fmla="*/ 1176 h 3063"/>
                <a:gd name="T70" fmla="*/ 110 w 4141"/>
                <a:gd name="T71" fmla="*/ 1046 h 3063"/>
                <a:gd name="T72" fmla="*/ 270 w 4141"/>
                <a:gd name="T73" fmla="*/ 996 h 3063"/>
                <a:gd name="T74" fmla="*/ 541 w 4141"/>
                <a:gd name="T75" fmla="*/ 196 h 3063"/>
                <a:gd name="T76" fmla="*/ 576 w 4141"/>
                <a:gd name="T77" fmla="*/ 80 h 3063"/>
                <a:gd name="T78" fmla="*/ 676 w 4141"/>
                <a:gd name="T79" fmla="*/ 10 h 3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141" h="3063">
                  <a:moveTo>
                    <a:pt x="736" y="0"/>
                  </a:moveTo>
                  <a:lnTo>
                    <a:pt x="1537" y="0"/>
                  </a:lnTo>
                  <a:lnTo>
                    <a:pt x="1537" y="266"/>
                  </a:lnTo>
                  <a:lnTo>
                    <a:pt x="1552" y="351"/>
                  </a:lnTo>
                  <a:lnTo>
                    <a:pt x="1587" y="426"/>
                  </a:lnTo>
                  <a:lnTo>
                    <a:pt x="1647" y="481"/>
                  </a:lnTo>
                  <a:lnTo>
                    <a:pt x="1717" y="521"/>
                  </a:lnTo>
                  <a:lnTo>
                    <a:pt x="1803" y="536"/>
                  </a:lnTo>
                  <a:lnTo>
                    <a:pt x="2343" y="536"/>
                  </a:lnTo>
                  <a:lnTo>
                    <a:pt x="2429" y="521"/>
                  </a:lnTo>
                  <a:lnTo>
                    <a:pt x="2499" y="481"/>
                  </a:lnTo>
                  <a:lnTo>
                    <a:pt x="2559" y="426"/>
                  </a:lnTo>
                  <a:lnTo>
                    <a:pt x="2594" y="351"/>
                  </a:lnTo>
                  <a:lnTo>
                    <a:pt x="2609" y="266"/>
                  </a:lnTo>
                  <a:lnTo>
                    <a:pt x="2609" y="0"/>
                  </a:lnTo>
                  <a:lnTo>
                    <a:pt x="3410" y="0"/>
                  </a:lnTo>
                  <a:lnTo>
                    <a:pt x="3470" y="10"/>
                  </a:lnTo>
                  <a:lnTo>
                    <a:pt x="3525" y="35"/>
                  </a:lnTo>
                  <a:lnTo>
                    <a:pt x="3570" y="80"/>
                  </a:lnTo>
                  <a:lnTo>
                    <a:pt x="3595" y="135"/>
                  </a:lnTo>
                  <a:lnTo>
                    <a:pt x="3605" y="196"/>
                  </a:lnTo>
                  <a:lnTo>
                    <a:pt x="3605" y="996"/>
                  </a:lnTo>
                  <a:lnTo>
                    <a:pt x="3871" y="996"/>
                  </a:lnTo>
                  <a:lnTo>
                    <a:pt x="3956" y="1011"/>
                  </a:lnTo>
                  <a:lnTo>
                    <a:pt x="4031" y="1046"/>
                  </a:lnTo>
                  <a:lnTo>
                    <a:pt x="4091" y="1106"/>
                  </a:lnTo>
                  <a:lnTo>
                    <a:pt x="4126" y="1176"/>
                  </a:lnTo>
                  <a:lnTo>
                    <a:pt x="4141" y="1261"/>
                  </a:lnTo>
                  <a:lnTo>
                    <a:pt x="4141" y="1802"/>
                  </a:lnTo>
                  <a:lnTo>
                    <a:pt x="4126" y="1887"/>
                  </a:lnTo>
                  <a:lnTo>
                    <a:pt x="4091" y="1957"/>
                  </a:lnTo>
                  <a:lnTo>
                    <a:pt x="4031" y="2017"/>
                  </a:lnTo>
                  <a:lnTo>
                    <a:pt x="3956" y="2052"/>
                  </a:lnTo>
                  <a:lnTo>
                    <a:pt x="3871" y="2067"/>
                  </a:lnTo>
                  <a:lnTo>
                    <a:pt x="3605" y="2067"/>
                  </a:lnTo>
                  <a:lnTo>
                    <a:pt x="3605" y="2867"/>
                  </a:lnTo>
                  <a:lnTo>
                    <a:pt x="3595" y="2928"/>
                  </a:lnTo>
                  <a:lnTo>
                    <a:pt x="3570" y="2983"/>
                  </a:lnTo>
                  <a:lnTo>
                    <a:pt x="3525" y="3028"/>
                  </a:lnTo>
                  <a:lnTo>
                    <a:pt x="3470" y="3053"/>
                  </a:lnTo>
                  <a:lnTo>
                    <a:pt x="3410" y="3063"/>
                  </a:lnTo>
                  <a:lnTo>
                    <a:pt x="2609" y="3063"/>
                  </a:lnTo>
                  <a:lnTo>
                    <a:pt x="2609" y="2797"/>
                  </a:lnTo>
                  <a:lnTo>
                    <a:pt x="2594" y="2712"/>
                  </a:lnTo>
                  <a:lnTo>
                    <a:pt x="2559" y="2637"/>
                  </a:lnTo>
                  <a:lnTo>
                    <a:pt x="2499" y="2582"/>
                  </a:lnTo>
                  <a:lnTo>
                    <a:pt x="2429" y="2542"/>
                  </a:lnTo>
                  <a:lnTo>
                    <a:pt x="2343" y="2527"/>
                  </a:lnTo>
                  <a:lnTo>
                    <a:pt x="1803" y="2527"/>
                  </a:lnTo>
                  <a:lnTo>
                    <a:pt x="1717" y="2542"/>
                  </a:lnTo>
                  <a:lnTo>
                    <a:pt x="1647" y="2582"/>
                  </a:lnTo>
                  <a:lnTo>
                    <a:pt x="1587" y="2637"/>
                  </a:lnTo>
                  <a:lnTo>
                    <a:pt x="1552" y="2712"/>
                  </a:lnTo>
                  <a:lnTo>
                    <a:pt x="1537" y="2797"/>
                  </a:lnTo>
                  <a:lnTo>
                    <a:pt x="1537" y="3063"/>
                  </a:lnTo>
                  <a:lnTo>
                    <a:pt x="736" y="3063"/>
                  </a:lnTo>
                  <a:lnTo>
                    <a:pt x="676" y="3053"/>
                  </a:lnTo>
                  <a:lnTo>
                    <a:pt x="621" y="3028"/>
                  </a:lnTo>
                  <a:lnTo>
                    <a:pt x="576" y="2983"/>
                  </a:lnTo>
                  <a:lnTo>
                    <a:pt x="551" y="2928"/>
                  </a:lnTo>
                  <a:lnTo>
                    <a:pt x="541" y="2867"/>
                  </a:lnTo>
                  <a:lnTo>
                    <a:pt x="541" y="2067"/>
                  </a:lnTo>
                  <a:lnTo>
                    <a:pt x="270" y="2067"/>
                  </a:lnTo>
                  <a:lnTo>
                    <a:pt x="185" y="2052"/>
                  </a:lnTo>
                  <a:lnTo>
                    <a:pt x="110" y="2017"/>
                  </a:lnTo>
                  <a:lnTo>
                    <a:pt x="50" y="1957"/>
                  </a:lnTo>
                  <a:lnTo>
                    <a:pt x="15" y="1887"/>
                  </a:lnTo>
                  <a:lnTo>
                    <a:pt x="0" y="1802"/>
                  </a:lnTo>
                  <a:lnTo>
                    <a:pt x="0" y="1261"/>
                  </a:lnTo>
                  <a:lnTo>
                    <a:pt x="15" y="1176"/>
                  </a:lnTo>
                  <a:lnTo>
                    <a:pt x="50" y="1106"/>
                  </a:lnTo>
                  <a:lnTo>
                    <a:pt x="110" y="1046"/>
                  </a:lnTo>
                  <a:lnTo>
                    <a:pt x="185" y="1011"/>
                  </a:lnTo>
                  <a:lnTo>
                    <a:pt x="270" y="996"/>
                  </a:lnTo>
                  <a:lnTo>
                    <a:pt x="541" y="996"/>
                  </a:lnTo>
                  <a:lnTo>
                    <a:pt x="541" y="196"/>
                  </a:lnTo>
                  <a:lnTo>
                    <a:pt x="551" y="135"/>
                  </a:lnTo>
                  <a:lnTo>
                    <a:pt x="576" y="80"/>
                  </a:lnTo>
                  <a:lnTo>
                    <a:pt x="621" y="35"/>
                  </a:lnTo>
                  <a:lnTo>
                    <a:pt x="676" y="10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8987"/>
              <a:endParaRPr lang="en-IN" sz="2400">
                <a:solidFill>
                  <a:prstClr val="black"/>
                </a:solidFill>
                <a:latin typeface="Segoe UI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679C2BE-32A7-339A-1E52-36AF401139AD}"/>
              </a:ext>
            </a:extLst>
          </p:cNvPr>
          <p:cNvSpPr txBox="1"/>
          <p:nvPr/>
        </p:nvSpPr>
        <p:spPr>
          <a:xfrm>
            <a:off x="-68824" y="1103799"/>
            <a:ext cx="123493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kern="120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While we celebrate our individuality, our true strength lies in unity.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Collaboration is our secret sauce for achieving our common goals.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47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2019 Calenda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156</Words>
  <Application>Microsoft Office PowerPoint</Application>
  <PresentationFormat>Widescreen</PresentationFormat>
  <Paragraphs>16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Meiryo</vt:lpstr>
      <vt:lpstr>Arial</vt:lpstr>
      <vt:lpstr>Calibri</vt:lpstr>
      <vt:lpstr>Calibri Light</vt:lpstr>
      <vt:lpstr>Segoe UI</vt:lpstr>
      <vt:lpstr>Office Theme</vt:lpstr>
      <vt:lpstr>1_Office Theme</vt:lpstr>
      <vt:lpstr>Energizer… Creativity Puzzle</vt:lpstr>
      <vt:lpstr>What symbolizes you or your strengths best?</vt:lpstr>
      <vt:lpstr>Collaborative Assembly</vt:lpstr>
      <vt:lpstr>AATC Collaborative Masterpiece Artwork!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Puzzle Activity</dc:title>
  <dc:creator>Fatma Alsagaf</dc:creator>
  <cp:lastModifiedBy>Fatma Alsagaf</cp:lastModifiedBy>
  <cp:revision>1</cp:revision>
  <dcterms:created xsi:type="dcterms:W3CDTF">2023-09-26T18:47:45Z</dcterms:created>
  <dcterms:modified xsi:type="dcterms:W3CDTF">2023-09-27T07:48:16Z</dcterms:modified>
</cp:coreProperties>
</file>