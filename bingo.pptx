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F3486-BE35-9ADB-FA8A-19DFB0B5F9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AC0322-7EA9-13CA-D0E1-20E91FB391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5CA807-3D1B-4F06-468D-DAC4DBA4D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21EC1-4C94-40B3-A0C8-6EE5FDAF853D}" type="datetimeFigureOut">
              <a:rPr lang="en-US" smtClean="0"/>
              <a:t>30/08/2022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A601A9-3112-6910-C777-100C15114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CAB73C-188B-925B-CB0E-1672F2655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38960-6BF0-4292-8E9C-C66071BDF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571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B6CBF-A04E-2C89-FC81-C2B73FD73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B6D2F5-F838-97D1-D630-DDB1990DAC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529C38-40CF-076D-2CDA-10027E467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21EC1-4C94-40B3-A0C8-6EE5FDAF853D}" type="datetimeFigureOut">
              <a:rPr lang="en-US" smtClean="0"/>
              <a:t>30/08/2022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E80D9B-9A62-B869-EBCE-86EFA4C04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03463F-4C72-DA41-E004-B0E79381B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38960-6BF0-4292-8E9C-C66071BDF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791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62F3C-A312-C7A1-B898-45609F49C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08074D-7B25-762C-1ADB-77CAE7A09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06F543-9D5C-4F9E-1290-05D739CCC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21EC1-4C94-40B3-A0C8-6EE5FDAF853D}" type="datetimeFigureOut">
              <a:rPr lang="en-US" smtClean="0"/>
              <a:t>30/08/2022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CEE5A6-01A3-F3A5-F755-E603DCFF8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39FE3C-5EC9-ED09-C57A-098765EC3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38960-6BF0-4292-8E9C-C66071BDF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623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E6AC9-049A-5D60-4F9B-074509B46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D2BC67-E1C9-CF41-44D4-0E30DC29F6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2A85E6-11A2-EF05-B158-BB237DAD36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135DF1-4CB4-1227-987A-FCD9485BB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21EC1-4C94-40B3-A0C8-6EE5FDAF853D}" type="datetimeFigureOut">
              <a:rPr lang="en-US" smtClean="0"/>
              <a:t>30/08/2022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4A3471-8ECE-7129-968A-237AF4EBF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61DEF6-52DC-3043-21D4-60577AD47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38960-6BF0-4292-8E9C-C66071BDF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991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3C2B8-22DA-1387-C3D0-F5066E663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421BDA-D8A9-F29D-0453-F060370AB6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546645-3716-3C22-6402-998DE50440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C6BAA0-678F-8E86-5963-0E57C1DB84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FC0819-F1FF-C3A7-C460-2EBD38A86F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1117CA-6834-21FE-7CE5-43A8D55F3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21EC1-4C94-40B3-A0C8-6EE5FDAF853D}" type="datetimeFigureOut">
              <a:rPr lang="en-US" smtClean="0"/>
              <a:t>30/08/2022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E71A6D-BA28-68EA-9A3A-2C1190327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6BF5E5-1E2C-0815-711A-1476EE894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38960-6BF0-4292-8E9C-C66071BDF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224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D842A-1BCD-59E2-28B4-9B6D0A7CD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676ADC-A177-3BE0-84FF-46E748494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21EC1-4C94-40B3-A0C8-6EE5FDAF853D}" type="datetimeFigureOut">
              <a:rPr lang="en-US" smtClean="0"/>
              <a:t>30/08/2022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4EB4DF-8587-79C5-6284-00EC1C172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2827D9-AB54-CD47-96F3-625C55852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38960-6BF0-4292-8E9C-C66071BDF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501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F2E618-72F9-F6BA-194A-255FF7076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21EC1-4C94-40B3-A0C8-6EE5FDAF853D}" type="datetimeFigureOut">
              <a:rPr lang="en-US" smtClean="0"/>
              <a:t>30/08/2022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00BD27-F996-2743-A671-DCB569182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62FBBF-E4C8-573D-90E3-16357F5A1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38960-6BF0-4292-8E9C-C66071BDF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901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6B0D4-BA13-B220-9841-E1B24EFA1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D7A0A-166B-4F48-EDE5-9C2D6C5AF5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4FDC63-44DA-03E1-531A-84D4A94F42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FE0760-67CA-0906-2654-6FB3FB972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21EC1-4C94-40B3-A0C8-6EE5FDAF853D}" type="datetimeFigureOut">
              <a:rPr lang="en-US" smtClean="0"/>
              <a:t>30/08/2022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4AA196-8FA6-D3C6-C7D7-64B0307D2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3A0A69-D49E-2BE1-D696-76EA45C7F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38960-6BF0-4292-8E9C-C66071BDF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33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83DC4-DF1C-7976-7852-0AEC77053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BDDB5E-40AA-D68E-7F1E-05E079740B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F2C09F-B17C-D05F-32F6-CD81E0CEB2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B72051-C378-DF74-F242-880001C03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21EC1-4C94-40B3-A0C8-6EE5FDAF853D}" type="datetimeFigureOut">
              <a:rPr lang="en-US" smtClean="0"/>
              <a:t>30/08/2022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F060FC-ED50-E45B-7AE3-7A04FD433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DCE699-38FE-1DA9-E0E0-118CE45B3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38960-6BF0-4292-8E9C-C66071BDF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58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C59C0-D992-D046-2A64-95658F284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52CF24-DE8D-5A7F-BFCD-70BCEF9492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FC0118-EEC1-2E73-04E6-02F53D5D0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21EC1-4C94-40B3-A0C8-6EE5FDAF853D}" type="datetimeFigureOut">
              <a:rPr lang="en-US" smtClean="0"/>
              <a:t>30/08/2022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A2B372-B883-F4CE-C52E-295D4C9A1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7399F-F6E1-98F9-3A39-13BB90482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38960-6BF0-4292-8E9C-C66071BDF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828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73A88B-3094-4EEC-BB6B-7CA37265FC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8A7450-840E-0EC4-A7B8-E89D1F0BE9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CE4B27-90EF-63CE-C940-9BBD8B964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21EC1-4C94-40B3-A0C8-6EE5FDAF853D}" type="datetimeFigureOut">
              <a:rPr lang="en-US" smtClean="0"/>
              <a:t>30/08/2022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3F7313-F49B-8BF1-7F47-22AADB706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E34CEE-140C-593F-130A-6F785C5AF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38960-6BF0-4292-8E9C-C66071BDF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932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00AC44-49BC-D84D-EB40-A1B6EF67D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94BD1A-CCD0-9E1C-AB39-42756AD450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FD4941-25F9-1982-D99D-30AFF68CFF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021EC1-4C94-40B3-A0C8-6EE5FDAF853D}" type="datetimeFigureOut">
              <a:rPr lang="en-US" smtClean="0"/>
              <a:t>30/08/2022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85206C-D68B-264F-F876-1974B0D7E6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EAF3F3-2D7B-40E4-A7F3-5AE55CEC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438960-6BF0-4292-8E9C-C66071BDF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23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81A8F5A2-4E2D-5953-27C4-A54A1A877F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394814"/>
              </p:ext>
            </p:extLst>
          </p:nvPr>
        </p:nvGraphicFramePr>
        <p:xfrm>
          <a:off x="621437" y="488272"/>
          <a:ext cx="10892900" cy="5930283"/>
        </p:xfrm>
        <a:graphic>
          <a:graphicData uri="http://schemas.openxmlformats.org/drawingml/2006/table">
            <a:tbl>
              <a:tblPr/>
              <a:tblGrid>
                <a:gridCol w="2178580">
                  <a:extLst>
                    <a:ext uri="{9D8B030D-6E8A-4147-A177-3AD203B41FA5}">
                      <a16:colId xmlns:a16="http://schemas.microsoft.com/office/drawing/2014/main" val="2318026334"/>
                    </a:ext>
                  </a:extLst>
                </a:gridCol>
                <a:gridCol w="2178580">
                  <a:extLst>
                    <a:ext uri="{9D8B030D-6E8A-4147-A177-3AD203B41FA5}">
                      <a16:colId xmlns:a16="http://schemas.microsoft.com/office/drawing/2014/main" val="3964534603"/>
                    </a:ext>
                  </a:extLst>
                </a:gridCol>
                <a:gridCol w="2178580">
                  <a:extLst>
                    <a:ext uri="{9D8B030D-6E8A-4147-A177-3AD203B41FA5}">
                      <a16:colId xmlns:a16="http://schemas.microsoft.com/office/drawing/2014/main" val="1217020921"/>
                    </a:ext>
                  </a:extLst>
                </a:gridCol>
                <a:gridCol w="2178580">
                  <a:extLst>
                    <a:ext uri="{9D8B030D-6E8A-4147-A177-3AD203B41FA5}">
                      <a16:colId xmlns:a16="http://schemas.microsoft.com/office/drawing/2014/main" val="715594013"/>
                    </a:ext>
                  </a:extLst>
                </a:gridCol>
                <a:gridCol w="2178580">
                  <a:extLst>
                    <a:ext uri="{9D8B030D-6E8A-4147-A177-3AD203B41FA5}">
                      <a16:colId xmlns:a16="http://schemas.microsoft.com/office/drawing/2014/main" val="3491254368"/>
                    </a:ext>
                  </a:extLst>
                </a:gridCol>
              </a:tblGrid>
              <a:tr h="1618696">
                <a:tc>
                  <a:txBody>
                    <a:bodyPr/>
                    <a:lstStyle/>
                    <a:p>
                      <a:pPr algn="ctr"/>
                      <a:r>
                        <a:rPr lang="en-US" sz="4400" b="1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b="1" dirty="0"/>
                        <a:t>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b="1" dirty="0"/>
                        <a:t>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b="1" dirty="0"/>
                        <a:t>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b="1" dirty="0"/>
                        <a:t>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2814024"/>
                  </a:ext>
                </a:extLst>
              </a:tr>
              <a:tr h="1490986">
                <a:tc>
                  <a:txBody>
                    <a:bodyPr/>
                    <a:lstStyle/>
                    <a:p>
                      <a:r>
                        <a:rPr lang="en-US" dirty="0"/>
                        <a:t>Keeps spare change in a container/piggy bank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Is a twin or has twin siblings or parent is a twin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Has 2 or more pets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Has never played monopoly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Has seen the same movie 5 or more times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1778830"/>
                  </a:ext>
                </a:extLst>
              </a:tr>
              <a:tr h="132961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Loves to read books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Wears contact lenses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Made a New Year’s Resolution and kept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Cuts their own hair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Is the oldest or an only child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6399616"/>
                  </a:ext>
                </a:extLst>
              </a:tr>
              <a:tr h="1490986">
                <a:tc>
                  <a:txBody>
                    <a:bodyPr/>
                    <a:lstStyle/>
                    <a:p>
                      <a:r>
                        <a:rPr lang="en-US" dirty="0"/>
                        <a:t>Speaks 3 or more languages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Has played a sport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Does not drink fizzy drinks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Washes their own car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Has played a prank on someone else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02394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51725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95</Words>
  <Application>Microsoft Office PowerPoint</Application>
  <PresentationFormat>Widescreen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Fatma Alsagaf</dc:creator>
  <cp:lastModifiedBy>Fatma Alsagaf</cp:lastModifiedBy>
  <cp:revision>1</cp:revision>
  <cp:lastPrinted>2022-08-30T10:45:13Z</cp:lastPrinted>
  <dcterms:created xsi:type="dcterms:W3CDTF">2022-08-30T08:41:14Z</dcterms:created>
  <dcterms:modified xsi:type="dcterms:W3CDTF">2022-08-30T10:45:40Z</dcterms:modified>
</cp:coreProperties>
</file>