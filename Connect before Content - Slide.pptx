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6"/>
  </p:notesMasterIdLst>
  <p:sldIdLst>
    <p:sldId id="21473787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4889C"/>
    <a:srgbClr val="D73A0F"/>
    <a:srgbClr val="CFD3D2"/>
    <a:srgbClr val="D5D9DC"/>
    <a:srgbClr val="D3D7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5D6B4A-4FB3-4A6C-9564-D61FA1D5ECBD}" v="1" dt="2024-10-24T12:26:55.147"/>
  </p1510:revLst>
</p1510:revInfo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34" autoAdjust="0"/>
    <p:restoredTop sz="94472" autoAdjust="0"/>
  </p:normalViewPr>
  <p:slideViewPr>
    <p:cSldViewPr snapToGrid="0">
      <p:cViewPr varScale="1">
        <p:scale>
          <a:sx n="53" d="100"/>
          <a:sy n="53" d="100"/>
        </p:scale>
        <p:origin x="1188" y="3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tma Alsagaf" userId="ef587b5e-378a-4bb3-aa9f-3c15b98138a4" providerId="ADAL" clId="{9769093C-A579-4C7C-B6C2-D700F5064941}"/>
    <pc:docChg chg="undo redo custSel addSld delSld modSld sldOrd">
      <pc:chgData name="Fatma Alsagaf" userId="ef587b5e-378a-4bb3-aa9f-3c15b98138a4" providerId="ADAL" clId="{9769093C-A579-4C7C-B6C2-D700F5064941}" dt="2023-06-15T04:27:04.306" v="942"/>
      <pc:docMkLst>
        <pc:docMk/>
      </pc:docMkLst>
      <pc:sldChg chg="addSp delSp modSp mod">
        <pc:chgData name="Fatma Alsagaf" userId="ef587b5e-378a-4bb3-aa9f-3c15b98138a4" providerId="ADAL" clId="{9769093C-A579-4C7C-B6C2-D700F5064941}" dt="2023-06-13T11:19:34.295" v="371" actId="1076"/>
        <pc:sldMkLst>
          <pc:docMk/>
          <pc:sldMk cId="2232996843" sldId="256"/>
        </pc:sldMkLst>
        <pc:spChg chg="mod">
          <ac:chgData name="Fatma Alsagaf" userId="ef587b5e-378a-4bb3-aa9f-3c15b98138a4" providerId="ADAL" clId="{9769093C-A579-4C7C-B6C2-D700F5064941}" dt="2023-06-09T05:05:17.897" v="32" actId="1076"/>
          <ac:spMkLst>
            <pc:docMk/>
            <pc:sldMk cId="2232996843" sldId="256"/>
            <ac:spMk id="7" creationId="{66DC621D-4423-780E-709E-4DFDACDD606F}"/>
          </ac:spMkLst>
        </pc:spChg>
        <pc:spChg chg="add del">
          <ac:chgData name="Fatma Alsagaf" userId="ef587b5e-378a-4bb3-aa9f-3c15b98138a4" providerId="ADAL" clId="{9769093C-A579-4C7C-B6C2-D700F5064941}" dt="2023-06-09T05:04:44.186" v="25" actId="478"/>
          <ac:spMkLst>
            <pc:docMk/>
            <pc:sldMk cId="2232996843" sldId="256"/>
            <ac:spMk id="8" creationId="{7CA8DEF7-549B-DCF0-B3D2-8165811D3AF5}"/>
          </ac:spMkLst>
        </pc:spChg>
        <pc:spChg chg="mod">
          <ac:chgData name="Fatma Alsagaf" userId="ef587b5e-378a-4bb3-aa9f-3c15b98138a4" providerId="ADAL" clId="{9769093C-A579-4C7C-B6C2-D700F5064941}" dt="2023-06-09T05:05:58.194" v="36" actId="1076"/>
          <ac:spMkLst>
            <pc:docMk/>
            <pc:sldMk cId="2232996843" sldId="256"/>
            <ac:spMk id="9" creationId="{8349835D-C972-5B18-B1B4-23DE6B9A9B44}"/>
          </ac:spMkLst>
        </pc:spChg>
        <pc:spChg chg="mod">
          <ac:chgData name="Fatma Alsagaf" userId="ef587b5e-378a-4bb3-aa9f-3c15b98138a4" providerId="ADAL" clId="{9769093C-A579-4C7C-B6C2-D700F5064941}" dt="2023-06-09T05:05:29.638" v="34" actId="1076"/>
          <ac:spMkLst>
            <pc:docMk/>
            <pc:sldMk cId="2232996843" sldId="256"/>
            <ac:spMk id="11" creationId="{356C278F-3B82-EBAD-E495-733C3BB08881}"/>
          </ac:spMkLst>
        </pc:spChg>
        <pc:spChg chg="mod">
          <ac:chgData name="Fatma Alsagaf" userId="ef587b5e-378a-4bb3-aa9f-3c15b98138a4" providerId="ADAL" clId="{9769093C-A579-4C7C-B6C2-D700F5064941}" dt="2023-06-09T05:05:24.247" v="33" actId="1076"/>
          <ac:spMkLst>
            <pc:docMk/>
            <pc:sldMk cId="2232996843" sldId="256"/>
            <ac:spMk id="25" creationId="{5C41D389-FE85-A47A-EB1E-4B544435A80F}"/>
          </ac:spMkLst>
        </pc:spChg>
        <pc:spChg chg="mod">
          <ac:chgData name="Fatma Alsagaf" userId="ef587b5e-378a-4bb3-aa9f-3c15b98138a4" providerId="ADAL" clId="{9769093C-A579-4C7C-B6C2-D700F5064941}" dt="2023-06-09T05:06:04.507" v="37" actId="1076"/>
          <ac:spMkLst>
            <pc:docMk/>
            <pc:sldMk cId="2232996843" sldId="256"/>
            <ac:spMk id="27" creationId="{8E3FE2B7-0EDB-502A-1EC8-6270DCAE224F}"/>
          </ac:spMkLst>
        </pc:spChg>
        <pc:spChg chg="add del">
          <ac:chgData name="Fatma Alsagaf" userId="ef587b5e-378a-4bb3-aa9f-3c15b98138a4" providerId="ADAL" clId="{9769093C-A579-4C7C-B6C2-D700F5064941}" dt="2023-06-09T05:04:50.956" v="27" actId="478"/>
          <ac:spMkLst>
            <pc:docMk/>
            <pc:sldMk cId="2232996843" sldId="256"/>
            <ac:spMk id="29" creationId="{DA5F6826-778B-738B-A44E-E90BE66828D4}"/>
          </ac:spMkLst>
        </pc:spChg>
        <pc:spChg chg="mod">
          <ac:chgData name="Fatma Alsagaf" userId="ef587b5e-378a-4bb3-aa9f-3c15b98138a4" providerId="ADAL" clId="{9769093C-A579-4C7C-B6C2-D700F5064941}" dt="2023-06-09T05:05:35.616" v="35" actId="1076"/>
          <ac:spMkLst>
            <pc:docMk/>
            <pc:sldMk cId="2232996843" sldId="256"/>
            <ac:spMk id="31" creationId="{F10F44B1-B34F-066D-EBDA-275121DBDDB0}"/>
          </ac:spMkLst>
        </pc:spChg>
        <pc:grpChg chg="mod">
          <ac:chgData name="Fatma Alsagaf" userId="ef587b5e-378a-4bb3-aa9f-3c15b98138a4" providerId="ADAL" clId="{9769093C-A579-4C7C-B6C2-D700F5064941}" dt="2023-06-09T05:04:53.595" v="29" actId="1076"/>
          <ac:grpSpMkLst>
            <pc:docMk/>
            <pc:sldMk cId="2232996843" sldId="256"/>
            <ac:grpSpMk id="32" creationId="{5F535886-DA42-A81D-84F4-16203A248CBD}"/>
          </ac:grpSpMkLst>
        </pc:grpChg>
        <pc:graphicFrameChg chg="mod">
          <ac:chgData name="Fatma Alsagaf" userId="ef587b5e-378a-4bb3-aa9f-3c15b98138a4" providerId="ADAL" clId="{9769093C-A579-4C7C-B6C2-D700F5064941}" dt="2023-06-09T05:04:48.171" v="26" actId="478"/>
          <ac:graphicFrameMkLst>
            <pc:docMk/>
            <pc:sldMk cId="2232996843" sldId="256"/>
            <ac:graphicFrameMk id="6" creationId="{A52C101E-FA57-242F-4A22-7B09F43014CC}"/>
          </ac:graphicFrameMkLst>
        </pc:graphicFrameChg>
        <pc:picChg chg="mod">
          <ac:chgData name="Fatma Alsagaf" userId="ef587b5e-378a-4bb3-aa9f-3c15b98138a4" providerId="ADAL" clId="{9769093C-A579-4C7C-B6C2-D700F5064941}" dt="2023-06-13T11:19:34.295" v="371" actId="1076"/>
          <ac:picMkLst>
            <pc:docMk/>
            <pc:sldMk cId="2232996843" sldId="256"/>
            <ac:picMk id="2" creationId="{31FB395C-6CC9-DCB5-CAF3-72244332DD6F}"/>
          </ac:picMkLst>
        </pc:picChg>
      </pc:sldChg>
      <pc:sldChg chg="modSp mod">
        <pc:chgData name="Fatma Alsagaf" userId="ef587b5e-378a-4bb3-aa9f-3c15b98138a4" providerId="ADAL" clId="{9769093C-A579-4C7C-B6C2-D700F5064941}" dt="2023-06-13T11:24:38.788" v="434" actId="6549"/>
        <pc:sldMkLst>
          <pc:docMk/>
          <pc:sldMk cId="3352058652" sldId="288"/>
        </pc:sldMkLst>
        <pc:spChg chg="mod">
          <ac:chgData name="Fatma Alsagaf" userId="ef587b5e-378a-4bb3-aa9f-3c15b98138a4" providerId="ADAL" clId="{9769093C-A579-4C7C-B6C2-D700F5064941}" dt="2023-06-13T11:24:38.788" v="434" actId="6549"/>
          <ac:spMkLst>
            <pc:docMk/>
            <pc:sldMk cId="3352058652" sldId="288"/>
            <ac:spMk id="11" creationId="{A3F298FC-0C46-32C1-0AC5-1F41DB5BC4BD}"/>
          </ac:spMkLst>
        </pc:spChg>
      </pc:sldChg>
      <pc:sldChg chg="ord modNotesTx">
        <pc:chgData name="Fatma Alsagaf" userId="ef587b5e-378a-4bb3-aa9f-3c15b98138a4" providerId="ADAL" clId="{9769093C-A579-4C7C-B6C2-D700F5064941}" dt="2023-06-14T07:06:39.320" v="464" actId="6549"/>
        <pc:sldMkLst>
          <pc:docMk/>
          <pc:sldMk cId="3649868667" sldId="352"/>
        </pc:sldMkLst>
      </pc:sldChg>
      <pc:sldChg chg="modSp del mod">
        <pc:chgData name="Fatma Alsagaf" userId="ef587b5e-378a-4bb3-aa9f-3c15b98138a4" providerId="ADAL" clId="{9769093C-A579-4C7C-B6C2-D700F5064941}" dt="2023-06-13T12:49:00.510" v="437" actId="47"/>
        <pc:sldMkLst>
          <pc:docMk/>
          <pc:sldMk cId="2430081919" sldId="2147378726"/>
        </pc:sldMkLst>
        <pc:graphicFrameChg chg="modGraphic">
          <ac:chgData name="Fatma Alsagaf" userId="ef587b5e-378a-4bb3-aa9f-3c15b98138a4" providerId="ADAL" clId="{9769093C-A579-4C7C-B6C2-D700F5064941}" dt="2023-06-13T11:18:10.722" v="370" actId="20577"/>
          <ac:graphicFrameMkLst>
            <pc:docMk/>
            <pc:sldMk cId="2430081919" sldId="2147378726"/>
            <ac:graphicFrameMk id="6" creationId="{96A24AED-2F6E-AB9E-3857-ECD6F46477E8}"/>
          </ac:graphicFrameMkLst>
        </pc:graphicFrameChg>
      </pc:sldChg>
      <pc:sldChg chg="add del">
        <pc:chgData name="Fatma Alsagaf" userId="ef587b5e-378a-4bb3-aa9f-3c15b98138a4" providerId="ADAL" clId="{9769093C-A579-4C7C-B6C2-D700F5064941}" dt="2023-06-09T05:47:33.939" v="38" actId="47"/>
        <pc:sldMkLst>
          <pc:docMk/>
          <pc:sldMk cId="680337804" sldId="2147378739"/>
        </pc:sldMkLst>
      </pc:sldChg>
      <pc:sldChg chg="modSp mod">
        <pc:chgData name="Fatma Alsagaf" userId="ef587b5e-378a-4bb3-aa9f-3c15b98138a4" providerId="ADAL" clId="{9769093C-A579-4C7C-B6C2-D700F5064941}" dt="2023-06-09T06:55:52.218" v="39" actId="20577"/>
        <pc:sldMkLst>
          <pc:docMk/>
          <pc:sldMk cId="2357413295" sldId="2147378747"/>
        </pc:sldMkLst>
        <pc:graphicFrameChg chg="modGraphic">
          <ac:chgData name="Fatma Alsagaf" userId="ef587b5e-378a-4bb3-aa9f-3c15b98138a4" providerId="ADAL" clId="{9769093C-A579-4C7C-B6C2-D700F5064941}" dt="2023-06-09T06:55:52.218" v="39" actId="20577"/>
          <ac:graphicFrameMkLst>
            <pc:docMk/>
            <pc:sldMk cId="2357413295" sldId="2147378747"/>
            <ac:graphicFrameMk id="33" creationId="{00000000-0000-0000-0000-000000000000}"/>
          </ac:graphicFrameMkLst>
        </pc:graphicFrameChg>
      </pc:sldChg>
      <pc:sldChg chg="modSp mod">
        <pc:chgData name="Fatma Alsagaf" userId="ef587b5e-378a-4bb3-aa9f-3c15b98138a4" providerId="ADAL" clId="{9769093C-A579-4C7C-B6C2-D700F5064941}" dt="2023-06-09T07:13:54.288" v="47" actId="20577"/>
        <pc:sldMkLst>
          <pc:docMk/>
          <pc:sldMk cId="1258224485" sldId="2147378749"/>
        </pc:sldMkLst>
        <pc:spChg chg="mod">
          <ac:chgData name="Fatma Alsagaf" userId="ef587b5e-378a-4bb3-aa9f-3c15b98138a4" providerId="ADAL" clId="{9769093C-A579-4C7C-B6C2-D700F5064941}" dt="2023-06-09T07:13:54.288" v="47" actId="20577"/>
          <ac:spMkLst>
            <pc:docMk/>
            <pc:sldMk cId="1258224485" sldId="2147378749"/>
            <ac:spMk id="8" creationId="{00000000-0000-0000-0000-000000000000}"/>
          </ac:spMkLst>
        </pc:spChg>
      </pc:sldChg>
      <pc:sldChg chg="modSp mod">
        <pc:chgData name="Fatma Alsagaf" userId="ef587b5e-378a-4bb3-aa9f-3c15b98138a4" providerId="ADAL" clId="{9769093C-A579-4C7C-B6C2-D700F5064941}" dt="2023-06-09T07:39:00.224" v="78" actId="20577"/>
        <pc:sldMkLst>
          <pc:docMk/>
          <pc:sldMk cId="674666589" sldId="2147378750"/>
        </pc:sldMkLst>
        <pc:graphicFrameChg chg="modGraphic">
          <ac:chgData name="Fatma Alsagaf" userId="ef587b5e-378a-4bb3-aa9f-3c15b98138a4" providerId="ADAL" clId="{9769093C-A579-4C7C-B6C2-D700F5064941}" dt="2023-06-09T07:39:00.224" v="78" actId="20577"/>
          <ac:graphicFrameMkLst>
            <pc:docMk/>
            <pc:sldMk cId="674666589" sldId="2147378750"/>
            <ac:graphicFrameMk id="4" creationId="{00000000-0000-0000-0000-000000000000}"/>
          </ac:graphicFrameMkLst>
        </pc:graphicFrameChg>
      </pc:sldChg>
      <pc:sldChg chg="addSp delSp modSp mod">
        <pc:chgData name="Fatma Alsagaf" userId="ef587b5e-378a-4bb3-aa9f-3c15b98138a4" providerId="ADAL" clId="{9769093C-A579-4C7C-B6C2-D700F5064941}" dt="2023-06-14T08:31:17.125" v="731" actId="1076"/>
        <pc:sldMkLst>
          <pc:docMk/>
          <pc:sldMk cId="4018436252" sldId="2147378753"/>
        </pc:sldMkLst>
        <pc:graphicFrameChg chg="add mod modGraphic">
          <ac:chgData name="Fatma Alsagaf" userId="ef587b5e-378a-4bb3-aa9f-3c15b98138a4" providerId="ADAL" clId="{9769093C-A579-4C7C-B6C2-D700F5064941}" dt="2023-06-14T08:31:17.125" v="731" actId="1076"/>
          <ac:graphicFrameMkLst>
            <pc:docMk/>
            <pc:sldMk cId="4018436252" sldId="2147378753"/>
            <ac:graphicFrameMk id="2" creationId="{4B4C223E-49F3-7A72-0EB3-7BC9513E70AC}"/>
          </ac:graphicFrameMkLst>
        </pc:graphicFrameChg>
        <pc:graphicFrameChg chg="del mod modGraphic">
          <ac:chgData name="Fatma Alsagaf" userId="ef587b5e-378a-4bb3-aa9f-3c15b98138a4" providerId="ADAL" clId="{9769093C-A579-4C7C-B6C2-D700F5064941}" dt="2023-06-14T08:02:58.502" v="507" actId="478"/>
          <ac:graphicFrameMkLst>
            <pc:docMk/>
            <pc:sldMk cId="4018436252" sldId="2147378753"/>
            <ac:graphicFrameMk id="6" creationId="{96A24AED-2F6E-AB9E-3857-ECD6F46477E8}"/>
          </ac:graphicFrameMkLst>
        </pc:graphicFrameChg>
      </pc:sldChg>
      <pc:sldChg chg="addSp delSp modSp new mod ord">
        <pc:chgData name="Fatma Alsagaf" userId="ef587b5e-378a-4bb3-aa9f-3c15b98138a4" providerId="ADAL" clId="{9769093C-A579-4C7C-B6C2-D700F5064941}" dt="2023-06-09T08:05:02.733" v="322"/>
        <pc:sldMkLst>
          <pc:docMk/>
          <pc:sldMk cId="2770836064" sldId="2147378754"/>
        </pc:sldMkLst>
        <pc:spChg chg="add del mod">
          <ac:chgData name="Fatma Alsagaf" userId="ef587b5e-378a-4bb3-aa9f-3c15b98138a4" providerId="ADAL" clId="{9769093C-A579-4C7C-B6C2-D700F5064941}" dt="2023-06-09T07:59:50.804" v="316" actId="478"/>
          <ac:spMkLst>
            <pc:docMk/>
            <pc:sldMk cId="2770836064" sldId="2147378754"/>
            <ac:spMk id="2" creationId="{28CB0377-E079-E9B8-7E32-093256E10E84}"/>
          </ac:spMkLst>
        </pc:spChg>
        <pc:spChg chg="add del mod">
          <ac:chgData name="Fatma Alsagaf" userId="ef587b5e-378a-4bb3-aa9f-3c15b98138a4" providerId="ADAL" clId="{9769093C-A579-4C7C-B6C2-D700F5064941}" dt="2023-06-09T07:59:50.804" v="316" actId="478"/>
          <ac:spMkLst>
            <pc:docMk/>
            <pc:sldMk cId="2770836064" sldId="2147378754"/>
            <ac:spMk id="7" creationId="{4DE55A7E-81AA-D489-40C7-C137538B36A9}"/>
          </ac:spMkLst>
        </pc:spChg>
        <pc:picChg chg="add del mod">
          <ac:chgData name="Fatma Alsagaf" userId="ef587b5e-378a-4bb3-aa9f-3c15b98138a4" providerId="ADAL" clId="{9769093C-A579-4C7C-B6C2-D700F5064941}" dt="2023-06-09T07:59:37.241" v="313" actId="478"/>
          <ac:picMkLst>
            <pc:docMk/>
            <pc:sldMk cId="2770836064" sldId="2147378754"/>
            <ac:picMk id="4" creationId="{E5C258F0-84C6-A7BE-3BC3-94EA383CA440}"/>
          </ac:picMkLst>
        </pc:picChg>
        <pc:picChg chg="add mod">
          <ac:chgData name="Fatma Alsagaf" userId="ef587b5e-378a-4bb3-aa9f-3c15b98138a4" providerId="ADAL" clId="{9769093C-A579-4C7C-B6C2-D700F5064941}" dt="2023-06-09T08:00:03.227" v="319" actId="1036"/>
          <ac:picMkLst>
            <pc:docMk/>
            <pc:sldMk cId="2770836064" sldId="2147378754"/>
            <ac:picMk id="6" creationId="{E03CEBEE-9FB4-7F37-3EAE-D4180AFA456E}"/>
          </ac:picMkLst>
        </pc:picChg>
      </pc:sldChg>
      <pc:sldChg chg="addSp delSp modSp add mod modNotesTx">
        <pc:chgData name="Fatma Alsagaf" userId="ef587b5e-378a-4bb3-aa9f-3c15b98138a4" providerId="ADAL" clId="{9769093C-A579-4C7C-B6C2-D700F5064941}" dt="2023-06-14T07:06:29.999" v="461" actId="6549"/>
        <pc:sldMkLst>
          <pc:docMk/>
          <pc:sldMk cId="341343694" sldId="2147378755"/>
        </pc:sldMkLst>
        <pc:spChg chg="mod">
          <ac:chgData name="Fatma Alsagaf" userId="ef587b5e-378a-4bb3-aa9f-3c15b98138a4" providerId="ADAL" clId="{9769093C-A579-4C7C-B6C2-D700F5064941}" dt="2023-06-09T07:39:44.684" v="82"/>
          <ac:spMkLst>
            <pc:docMk/>
            <pc:sldMk cId="341343694" sldId="2147378755"/>
            <ac:spMk id="2" creationId="{2C2BFAE1-45D3-4B3B-81D2-0BF25FA84FB8}"/>
          </ac:spMkLst>
        </pc:spChg>
        <pc:spChg chg="del">
          <ac:chgData name="Fatma Alsagaf" userId="ef587b5e-378a-4bb3-aa9f-3c15b98138a4" providerId="ADAL" clId="{9769093C-A579-4C7C-B6C2-D700F5064941}" dt="2023-06-09T07:39:50.956" v="83" actId="478"/>
          <ac:spMkLst>
            <pc:docMk/>
            <pc:sldMk cId="341343694" sldId="2147378755"/>
            <ac:spMk id="3" creationId="{6DBF992D-7BA8-1064-7B93-8EB790E02E62}"/>
          </ac:spMkLst>
        </pc:spChg>
        <pc:spChg chg="del">
          <ac:chgData name="Fatma Alsagaf" userId="ef587b5e-378a-4bb3-aa9f-3c15b98138a4" providerId="ADAL" clId="{9769093C-A579-4C7C-B6C2-D700F5064941}" dt="2023-06-09T07:39:50.956" v="83" actId="478"/>
          <ac:spMkLst>
            <pc:docMk/>
            <pc:sldMk cId="341343694" sldId="2147378755"/>
            <ac:spMk id="4" creationId="{EFE02FBF-2D8D-14ED-59ED-34EC2B663198}"/>
          </ac:spMkLst>
        </pc:spChg>
        <pc:spChg chg="del">
          <ac:chgData name="Fatma Alsagaf" userId="ef587b5e-378a-4bb3-aa9f-3c15b98138a4" providerId="ADAL" clId="{9769093C-A579-4C7C-B6C2-D700F5064941}" dt="2023-06-09T07:39:50.956" v="83" actId="478"/>
          <ac:spMkLst>
            <pc:docMk/>
            <pc:sldMk cId="341343694" sldId="2147378755"/>
            <ac:spMk id="5" creationId="{BF916048-CCDE-38DA-128C-31684B6E2828}"/>
          </ac:spMkLst>
        </pc:spChg>
        <pc:spChg chg="del">
          <ac:chgData name="Fatma Alsagaf" userId="ef587b5e-378a-4bb3-aa9f-3c15b98138a4" providerId="ADAL" clId="{9769093C-A579-4C7C-B6C2-D700F5064941}" dt="2023-06-09T07:39:50.956" v="83" actId="478"/>
          <ac:spMkLst>
            <pc:docMk/>
            <pc:sldMk cId="341343694" sldId="2147378755"/>
            <ac:spMk id="6" creationId="{BA8FDEA0-ED55-8F56-8D6B-1A40AC4365EB}"/>
          </ac:spMkLst>
        </pc:spChg>
        <pc:spChg chg="del">
          <ac:chgData name="Fatma Alsagaf" userId="ef587b5e-378a-4bb3-aa9f-3c15b98138a4" providerId="ADAL" clId="{9769093C-A579-4C7C-B6C2-D700F5064941}" dt="2023-06-09T07:39:50.956" v="83" actId="478"/>
          <ac:spMkLst>
            <pc:docMk/>
            <pc:sldMk cId="341343694" sldId="2147378755"/>
            <ac:spMk id="7" creationId="{61CECE25-0A06-8681-FF9E-8607F4816640}"/>
          </ac:spMkLst>
        </pc:spChg>
        <pc:spChg chg="del">
          <ac:chgData name="Fatma Alsagaf" userId="ef587b5e-378a-4bb3-aa9f-3c15b98138a4" providerId="ADAL" clId="{9769093C-A579-4C7C-B6C2-D700F5064941}" dt="2023-06-09T07:39:50.956" v="83" actId="478"/>
          <ac:spMkLst>
            <pc:docMk/>
            <pc:sldMk cId="341343694" sldId="2147378755"/>
            <ac:spMk id="8" creationId="{90934DE6-3949-17DA-812C-535E05DD4FE0}"/>
          </ac:spMkLst>
        </pc:spChg>
        <pc:spChg chg="del">
          <ac:chgData name="Fatma Alsagaf" userId="ef587b5e-378a-4bb3-aa9f-3c15b98138a4" providerId="ADAL" clId="{9769093C-A579-4C7C-B6C2-D700F5064941}" dt="2023-06-09T07:39:50.956" v="83" actId="478"/>
          <ac:spMkLst>
            <pc:docMk/>
            <pc:sldMk cId="341343694" sldId="2147378755"/>
            <ac:spMk id="9" creationId="{9FABA498-94AF-C96C-E9C0-CE2DEC3BA61A}"/>
          </ac:spMkLst>
        </pc:spChg>
        <pc:spChg chg="del">
          <ac:chgData name="Fatma Alsagaf" userId="ef587b5e-378a-4bb3-aa9f-3c15b98138a4" providerId="ADAL" clId="{9769093C-A579-4C7C-B6C2-D700F5064941}" dt="2023-06-09T07:39:50.956" v="83" actId="478"/>
          <ac:spMkLst>
            <pc:docMk/>
            <pc:sldMk cId="341343694" sldId="2147378755"/>
            <ac:spMk id="10" creationId="{5D0EAB24-EFC3-218E-1F25-F60E0289DDD3}"/>
          </ac:spMkLst>
        </pc:spChg>
        <pc:spChg chg="del">
          <ac:chgData name="Fatma Alsagaf" userId="ef587b5e-378a-4bb3-aa9f-3c15b98138a4" providerId="ADAL" clId="{9769093C-A579-4C7C-B6C2-D700F5064941}" dt="2023-06-09T07:39:50.956" v="83" actId="478"/>
          <ac:spMkLst>
            <pc:docMk/>
            <pc:sldMk cId="341343694" sldId="2147378755"/>
            <ac:spMk id="11" creationId="{B0A53CE8-727F-EF04-B8E6-798060B5258C}"/>
          </ac:spMkLst>
        </pc:spChg>
        <pc:spChg chg="del">
          <ac:chgData name="Fatma Alsagaf" userId="ef587b5e-378a-4bb3-aa9f-3c15b98138a4" providerId="ADAL" clId="{9769093C-A579-4C7C-B6C2-D700F5064941}" dt="2023-06-09T07:39:50.956" v="83" actId="478"/>
          <ac:spMkLst>
            <pc:docMk/>
            <pc:sldMk cId="341343694" sldId="2147378755"/>
            <ac:spMk id="12" creationId="{9F9CF3D9-14DF-3AFA-9662-CFA1489FBF90}"/>
          </ac:spMkLst>
        </pc:spChg>
        <pc:spChg chg="del">
          <ac:chgData name="Fatma Alsagaf" userId="ef587b5e-378a-4bb3-aa9f-3c15b98138a4" providerId="ADAL" clId="{9769093C-A579-4C7C-B6C2-D700F5064941}" dt="2023-06-09T07:39:50.956" v="83" actId="478"/>
          <ac:spMkLst>
            <pc:docMk/>
            <pc:sldMk cId="341343694" sldId="2147378755"/>
            <ac:spMk id="13" creationId="{C3E6E650-1A9A-EF90-5673-C06410D1774D}"/>
          </ac:spMkLst>
        </pc:spChg>
        <pc:spChg chg="del">
          <ac:chgData name="Fatma Alsagaf" userId="ef587b5e-378a-4bb3-aa9f-3c15b98138a4" providerId="ADAL" clId="{9769093C-A579-4C7C-B6C2-D700F5064941}" dt="2023-06-09T07:39:50.956" v="83" actId="478"/>
          <ac:spMkLst>
            <pc:docMk/>
            <pc:sldMk cId="341343694" sldId="2147378755"/>
            <ac:spMk id="14" creationId="{F23C0EAB-1026-0ADA-2D79-C9FCF633342D}"/>
          </ac:spMkLst>
        </pc:spChg>
        <pc:spChg chg="del">
          <ac:chgData name="Fatma Alsagaf" userId="ef587b5e-378a-4bb3-aa9f-3c15b98138a4" providerId="ADAL" clId="{9769093C-A579-4C7C-B6C2-D700F5064941}" dt="2023-06-09T07:39:50.956" v="83" actId="478"/>
          <ac:spMkLst>
            <pc:docMk/>
            <pc:sldMk cId="341343694" sldId="2147378755"/>
            <ac:spMk id="15" creationId="{3B6E9284-0224-3CF2-6C6F-7D13CE3CB6C7}"/>
          </ac:spMkLst>
        </pc:spChg>
        <pc:spChg chg="del">
          <ac:chgData name="Fatma Alsagaf" userId="ef587b5e-378a-4bb3-aa9f-3c15b98138a4" providerId="ADAL" clId="{9769093C-A579-4C7C-B6C2-D700F5064941}" dt="2023-06-09T07:39:50.956" v="83" actId="478"/>
          <ac:spMkLst>
            <pc:docMk/>
            <pc:sldMk cId="341343694" sldId="2147378755"/>
            <ac:spMk id="17" creationId="{F95DB830-C298-7BBC-8C6C-DDAAD7C1A33E}"/>
          </ac:spMkLst>
        </pc:spChg>
        <pc:spChg chg="del">
          <ac:chgData name="Fatma Alsagaf" userId="ef587b5e-378a-4bb3-aa9f-3c15b98138a4" providerId="ADAL" clId="{9769093C-A579-4C7C-B6C2-D700F5064941}" dt="2023-06-09T07:39:50.956" v="83" actId="478"/>
          <ac:spMkLst>
            <pc:docMk/>
            <pc:sldMk cId="341343694" sldId="2147378755"/>
            <ac:spMk id="20" creationId="{576B2CDB-99B9-EE85-5A87-4FE1E61A9D58}"/>
          </ac:spMkLst>
        </pc:spChg>
        <pc:spChg chg="del">
          <ac:chgData name="Fatma Alsagaf" userId="ef587b5e-378a-4bb3-aa9f-3c15b98138a4" providerId="ADAL" clId="{9769093C-A579-4C7C-B6C2-D700F5064941}" dt="2023-06-09T07:39:50.956" v="83" actId="478"/>
          <ac:spMkLst>
            <pc:docMk/>
            <pc:sldMk cId="341343694" sldId="2147378755"/>
            <ac:spMk id="23" creationId="{CC9AC168-AB20-5194-19A3-5D3F9FCB78B7}"/>
          </ac:spMkLst>
        </pc:spChg>
        <pc:spChg chg="del">
          <ac:chgData name="Fatma Alsagaf" userId="ef587b5e-378a-4bb3-aa9f-3c15b98138a4" providerId="ADAL" clId="{9769093C-A579-4C7C-B6C2-D700F5064941}" dt="2023-06-09T07:39:50.956" v="83" actId="478"/>
          <ac:spMkLst>
            <pc:docMk/>
            <pc:sldMk cId="341343694" sldId="2147378755"/>
            <ac:spMk id="29" creationId="{6D89CB9A-446C-7511-96CA-FCC1868E2B19}"/>
          </ac:spMkLst>
        </pc:spChg>
        <pc:spChg chg="add mod">
          <ac:chgData name="Fatma Alsagaf" userId="ef587b5e-378a-4bb3-aa9f-3c15b98138a4" providerId="ADAL" clId="{9769093C-A579-4C7C-B6C2-D700F5064941}" dt="2023-06-14T07:06:10.276" v="456" actId="1076"/>
          <ac:spMkLst>
            <pc:docMk/>
            <pc:sldMk cId="341343694" sldId="2147378755"/>
            <ac:spMk id="34" creationId="{E1BF6B54-A9A3-C27E-5BE9-C4637F8BD2EB}"/>
          </ac:spMkLst>
        </pc:spChg>
        <pc:spChg chg="del">
          <ac:chgData name="Fatma Alsagaf" userId="ef587b5e-378a-4bb3-aa9f-3c15b98138a4" providerId="ADAL" clId="{9769093C-A579-4C7C-B6C2-D700F5064941}" dt="2023-06-09T07:39:50.956" v="83" actId="478"/>
          <ac:spMkLst>
            <pc:docMk/>
            <pc:sldMk cId="341343694" sldId="2147378755"/>
            <ac:spMk id="35" creationId="{B6E229E3-76D2-0FBE-D985-B1099D05573E}"/>
          </ac:spMkLst>
        </pc:spChg>
        <pc:spChg chg="del">
          <ac:chgData name="Fatma Alsagaf" userId="ef587b5e-378a-4bb3-aa9f-3c15b98138a4" providerId="ADAL" clId="{9769093C-A579-4C7C-B6C2-D700F5064941}" dt="2023-06-09T07:39:50.956" v="83" actId="478"/>
          <ac:spMkLst>
            <pc:docMk/>
            <pc:sldMk cId="341343694" sldId="2147378755"/>
            <ac:spMk id="36" creationId="{2F9B69E9-696F-5ACE-5F17-B2353CAF015A}"/>
          </ac:spMkLst>
        </pc:spChg>
        <pc:spChg chg="del">
          <ac:chgData name="Fatma Alsagaf" userId="ef587b5e-378a-4bb3-aa9f-3c15b98138a4" providerId="ADAL" clId="{9769093C-A579-4C7C-B6C2-D700F5064941}" dt="2023-06-09T07:39:50.956" v="83" actId="478"/>
          <ac:spMkLst>
            <pc:docMk/>
            <pc:sldMk cId="341343694" sldId="2147378755"/>
            <ac:spMk id="37" creationId="{1C52EAB4-1070-9A6E-44C1-107B98607AFD}"/>
          </ac:spMkLst>
        </pc:spChg>
        <pc:spChg chg="add mod">
          <ac:chgData name="Fatma Alsagaf" userId="ef587b5e-378a-4bb3-aa9f-3c15b98138a4" providerId="ADAL" clId="{9769093C-A579-4C7C-B6C2-D700F5064941}" dt="2023-06-14T07:06:10.276" v="456" actId="1076"/>
          <ac:spMkLst>
            <pc:docMk/>
            <pc:sldMk cId="341343694" sldId="2147378755"/>
            <ac:spMk id="38" creationId="{DDCB7FAC-009D-61B5-B73F-2D1961AAD184}"/>
          </ac:spMkLst>
        </pc:spChg>
        <pc:spChg chg="add mod">
          <ac:chgData name="Fatma Alsagaf" userId="ef587b5e-378a-4bb3-aa9f-3c15b98138a4" providerId="ADAL" clId="{9769093C-A579-4C7C-B6C2-D700F5064941}" dt="2023-06-14T07:06:10.276" v="456" actId="1076"/>
          <ac:spMkLst>
            <pc:docMk/>
            <pc:sldMk cId="341343694" sldId="2147378755"/>
            <ac:spMk id="39" creationId="{B62BEB35-6AA2-FD49-0DFE-5922F83082BF}"/>
          </ac:spMkLst>
        </pc:spChg>
        <pc:spChg chg="add del mod">
          <ac:chgData name="Fatma Alsagaf" userId="ef587b5e-378a-4bb3-aa9f-3c15b98138a4" providerId="ADAL" clId="{9769093C-A579-4C7C-B6C2-D700F5064941}" dt="2023-06-09T07:56:59.793" v="254" actId="21"/>
          <ac:spMkLst>
            <pc:docMk/>
            <pc:sldMk cId="341343694" sldId="2147378755"/>
            <ac:spMk id="40" creationId="{91A33C61-D6ED-1308-88FA-C15E3E8BCCDD}"/>
          </ac:spMkLst>
        </pc:spChg>
        <pc:spChg chg="add del mod">
          <ac:chgData name="Fatma Alsagaf" userId="ef587b5e-378a-4bb3-aa9f-3c15b98138a4" providerId="ADAL" clId="{9769093C-A579-4C7C-B6C2-D700F5064941}" dt="2023-06-09T07:56:59.793" v="254" actId="21"/>
          <ac:spMkLst>
            <pc:docMk/>
            <pc:sldMk cId="341343694" sldId="2147378755"/>
            <ac:spMk id="41" creationId="{F2A7F7A1-752A-A628-C3ED-FBF4639DE324}"/>
          </ac:spMkLst>
        </pc:spChg>
        <pc:spChg chg="add del mod">
          <ac:chgData name="Fatma Alsagaf" userId="ef587b5e-378a-4bb3-aa9f-3c15b98138a4" providerId="ADAL" clId="{9769093C-A579-4C7C-B6C2-D700F5064941}" dt="2023-06-09T07:56:59.793" v="254" actId="21"/>
          <ac:spMkLst>
            <pc:docMk/>
            <pc:sldMk cId="341343694" sldId="2147378755"/>
            <ac:spMk id="42" creationId="{FF007746-5BEA-54DA-F689-97C987F547E7}"/>
          </ac:spMkLst>
        </pc:spChg>
        <pc:spChg chg="add mod">
          <ac:chgData name="Fatma Alsagaf" userId="ef587b5e-378a-4bb3-aa9f-3c15b98138a4" providerId="ADAL" clId="{9769093C-A579-4C7C-B6C2-D700F5064941}" dt="2023-06-14T07:06:13.783" v="460" actId="1076"/>
          <ac:spMkLst>
            <pc:docMk/>
            <pc:sldMk cId="341343694" sldId="2147378755"/>
            <ac:spMk id="43" creationId="{2795C7F7-3D28-971A-7113-D9A806C39F7D}"/>
          </ac:spMkLst>
        </pc:spChg>
        <pc:graphicFrameChg chg="add del mod modGraphic">
          <ac:chgData name="Fatma Alsagaf" userId="ef587b5e-378a-4bb3-aa9f-3c15b98138a4" providerId="ADAL" clId="{9769093C-A579-4C7C-B6C2-D700F5064941}" dt="2023-06-09T07:43:28.161" v="111" actId="478"/>
          <ac:graphicFrameMkLst>
            <pc:docMk/>
            <pc:sldMk cId="341343694" sldId="2147378755"/>
            <ac:graphicFrameMk id="16" creationId="{A7925824-EECC-C8FC-FCB2-01CB2E02078F}"/>
          </ac:graphicFrameMkLst>
        </pc:graphicFrameChg>
        <pc:graphicFrameChg chg="add del mod modGraphic">
          <ac:chgData name="Fatma Alsagaf" userId="ef587b5e-378a-4bb3-aa9f-3c15b98138a4" providerId="ADAL" clId="{9769093C-A579-4C7C-B6C2-D700F5064941}" dt="2023-06-09T07:58:09.469" v="308" actId="478"/>
          <ac:graphicFrameMkLst>
            <pc:docMk/>
            <pc:sldMk cId="341343694" sldId="2147378755"/>
            <ac:graphicFrameMk id="21" creationId="{92CA44DB-1AAA-C92D-8EEC-33F854605857}"/>
          </ac:graphicFrameMkLst>
        </pc:graphicFrameChg>
        <pc:picChg chg="add del mod">
          <ac:chgData name="Fatma Alsagaf" userId="ef587b5e-378a-4bb3-aa9f-3c15b98138a4" providerId="ADAL" clId="{9769093C-A579-4C7C-B6C2-D700F5064941}" dt="2023-06-09T07:53:42.470" v="241" actId="478"/>
          <ac:picMkLst>
            <pc:docMk/>
            <pc:sldMk cId="341343694" sldId="2147378755"/>
            <ac:picMk id="19" creationId="{B213C72B-4662-9180-6258-6547793BCFC7}"/>
          </ac:picMkLst>
        </pc:picChg>
        <pc:picChg chg="add del">
          <ac:chgData name="Fatma Alsagaf" userId="ef587b5e-378a-4bb3-aa9f-3c15b98138a4" providerId="ADAL" clId="{9769093C-A579-4C7C-B6C2-D700F5064941}" dt="2023-06-09T07:48:31.649" v="219" actId="22"/>
          <ac:picMkLst>
            <pc:docMk/>
            <pc:sldMk cId="341343694" sldId="2147378755"/>
            <ac:picMk id="24" creationId="{C5CCB4A1-A67C-69C1-8180-45813D63E0A0}"/>
          </ac:picMkLst>
        </pc:picChg>
        <pc:picChg chg="add del mod">
          <ac:chgData name="Fatma Alsagaf" userId="ef587b5e-378a-4bb3-aa9f-3c15b98138a4" providerId="ADAL" clId="{9769093C-A579-4C7C-B6C2-D700F5064941}" dt="2023-06-09T07:56:30.763" v="244" actId="478"/>
          <ac:picMkLst>
            <pc:docMk/>
            <pc:sldMk cId="341343694" sldId="2147378755"/>
            <ac:picMk id="26" creationId="{ED1F0A5D-BB22-7C57-EA89-185ED31265E4}"/>
          </ac:picMkLst>
        </pc:picChg>
        <pc:picChg chg="del">
          <ac:chgData name="Fatma Alsagaf" userId="ef587b5e-378a-4bb3-aa9f-3c15b98138a4" providerId="ADAL" clId="{9769093C-A579-4C7C-B6C2-D700F5064941}" dt="2023-06-09T07:39:50.956" v="83" actId="478"/>
          <ac:picMkLst>
            <pc:docMk/>
            <pc:sldMk cId="341343694" sldId="2147378755"/>
            <ac:picMk id="28" creationId="{A5B5F5BB-D341-C85A-4788-5BA5ECF3CA31}"/>
          </ac:picMkLst>
        </pc:picChg>
        <pc:picChg chg="del">
          <ac:chgData name="Fatma Alsagaf" userId="ef587b5e-378a-4bb3-aa9f-3c15b98138a4" providerId="ADAL" clId="{9769093C-A579-4C7C-B6C2-D700F5064941}" dt="2023-06-09T07:39:50.956" v="83" actId="478"/>
          <ac:picMkLst>
            <pc:docMk/>
            <pc:sldMk cId="341343694" sldId="2147378755"/>
            <ac:picMk id="30" creationId="{67D9A79E-D7ED-B666-F170-B0D357D48F52}"/>
          </ac:picMkLst>
        </pc:picChg>
        <pc:picChg chg="del">
          <ac:chgData name="Fatma Alsagaf" userId="ef587b5e-378a-4bb3-aa9f-3c15b98138a4" providerId="ADAL" clId="{9769093C-A579-4C7C-B6C2-D700F5064941}" dt="2023-06-09T07:39:50.956" v="83" actId="478"/>
          <ac:picMkLst>
            <pc:docMk/>
            <pc:sldMk cId="341343694" sldId="2147378755"/>
            <ac:picMk id="31" creationId="{17C0F42C-F8E6-DE7A-234B-B7A4A8FD2BA6}"/>
          </ac:picMkLst>
        </pc:picChg>
        <pc:picChg chg="add mod">
          <ac:chgData name="Fatma Alsagaf" userId="ef587b5e-378a-4bb3-aa9f-3c15b98138a4" providerId="ADAL" clId="{9769093C-A579-4C7C-B6C2-D700F5064941}" dt="2023-06-14T07:06:10.598" v="458" actId="14100"/>
          <ac:picMkLst>
            <pc:docMk/>
            <pc:sldMk cId="341343694" sldId="2147378755"/>
            <ac:picMk id="32" creationId="{935B06DE-C992-9F43-3187-300FC660DD97}"/>
          </ac:picMkLst>
        </pc:picChg>
        <pc:picChg chg="del">
          <ac:chgData name="Fatma Alsagaf" userId="ef587b5e-378a-4bb3-aa9f-3c15b98138a4" providerId="ADAL" clId="{9769093C-A579-4C7C-B6C2-D700F5064941}" dt="2023-06-09T07:39:50.956" v="83" actId="478"/>
          <ac:picMkLst>
            <pc:docMk/>
            <pc:sldMk cId="341343694" sldId="2147378755"/>
            <ac:picMk id="33" creationId="{A644FD2A-CACD-B43F-BA4A-B01642AF8039}"/>
          </ac:picMkLst>
        </pc:picChg>
      </pc:sldChg>
      <pc:sldChg chg="modSp add mod">
        <pc:chgData name="Fatma Alsagaf" userId="ef587b5e-378a-4bb3-aa9f-3c15b98138a4" providerId="ADAL" clId="{9769093C-A579-4C7C-B6C2-D700F5064941}" dt="2023-06-14T13:04:48.411" v="940" actId="20577"/>
        <pc:sldMkLst>
          <pc:docMk/>
          <pc:sldMk cId="947985351" sldId="2147378756"/>
        </pc:sldMkLst>
        <pc:graphicFrameChg chg="mod modGraphic">
          <ac:chgData name="Fatma Alsagaf" userId="ef587b5e-378a-4bb3-aa9f-3c15b98138a4" providerId="ADAL" clId="{9769093C-A579-4C7C-B6C2-D700F5064941}" dt="2023-06-14T13:04:48.411" v="940" actId="20577"/>
          <ac:graphicFrameMkLst>
            <pc:docMk/>
            <pc:sldMk cId="947985351" sldId="2147378756"/>
            <ac:graphicFrameMk id="6" creationId="{96A24AED-2F6E-AB9E-3857-ECD6F46477E8}"/>
          </ac:graphicFrameMkLst>
        </pc:graphicFrameChg>
      </pc:sldChg>
      <pc:sldChg chg="addSp delSp modSp new mod ord modAnim">
        <pc:chgData name="Fatma Alsagaf" userId="ef587b5e-378a-4bb3-aa9f-3c15b98138a4" providerId="ADAL" clId="{9769093C-A579-4C7C-B6C2-D700F5064941}" dt="2023-06-15T04:27:04.306" v="942"/>
        <pc:sldMkLst>
          <pc:docMk/>
          <pc:sldMk cId="588526281" sldId="2147378757"/>
        </pc:sldMkLst>
        <pc:spChg chg="del">
          <ac:chgData name="Fatma Alsagaf" userId="ef587b5e-378a-4bb3-aa9f-3c15b98138a4" providerId="ADAL" clId="{9769093C-A579-4C7C-B6C2-D700F5064941}" dt="2023-06-14T08:25:58.932" v="696"/>
          <ac:spMkLst>
            <pc:docMk/>
            <pc:sldMk cId="588526281" sldId="2147378757"/>
            <ac:spMk id="3" creationId="{9588CB3B-EBD7-50BE-2D69-6F9370E09097}"/>
          </ac:spMkLst>
        </pc:spChg>
        <pc:spChg chg="mod">
          <ac:chgData name="Fatma Alsagaf" userId="ef587b5e-378a-4bb3-aa9f-3c15b98138a4" providerId="ADAL" clId="{9769093C-A579-4C7C-B6C2-D700F5064941}" dt="2023-06-14T08:26:22.710" v="703" actId="20577"/>
          <ac:spMkLst>
            <pc:docMk/>
            <pc:sldMk cId="588526281" sldId="2147378757"/>
            <ac:spMk id="4" creationId="{6651AB8D-3726-0CAE-757C-49D1DE5E8E5E}"/>
          </ac:spMkLst>
        </pc:spChg>
        <pc:picChg chg="add mod">
          <ac:chgData name="Fatma Alsagaf" userId="ef587b5e-378a-4bb3-aa9f-3c15b98138a4" providerId="ADAL" clId="{9769093C-A579-4C7C-B6C2-D700F5064941}" dt="2023-06-14T08:26:17.942" v="702" actId="14100"/>
          <ac:picMkLst>
            <pc:docMk/>
            <pc:sldMk cId="588526281" sldId="2147378757"/>
            <ac:picMk id="5" creationId="{8659CDAA-DED5-36AE-EB35-124B9500C8B0}"/>
          </ac:picMkLst>
        </pc:picChg>
      </pc:sldChg>
      <pc:sldChg chg="addSp delSp modSp add mod">
        <pc:chgData name="Fatma Alsagaf" userId="ef587b5e-378a-4bb3-aa9f-3c15b98138a4" providerId="ADAL" clId="{9769093C-A579-4C7C-B6C2-D700F5064941}" dt="2023-06-14T08:29:35.455" v="725" actId="478"/>
        <pc:sldMkLst>
          <pc:docMk/>
          <pc:sldMk cId="3180732891" sldId="2147378758"/>
        </pc:sldMkLst>
        <pc:spChg chg="add del mod">
          <ac:chgData name="Fatma Alsagaf" userId="ef587b5e-378a-4bb3-aa9f-3c15b98138a4" providerId="ADAL" clId="{9769093C-A579-4C7C-B6C2-D700F5064941}" dt="2023-06-14T08:29:35.455" v="725" actId="478"/>
          <ac:spMkLst>
            <pc:docMk/>
            <pc:sldMk cId="3180732891" sldId="2147378758"/>
            <ac:spMk id="3" creationId="{C6E109CA-AF91-5C14-567E-FE54E0AB61F1}"/>
          </ac:spMkLst>
        </pc:spChg>
        <pc:spChg chg="del">
          <ac:chgData name="Fatma Alsagaf" userId="ef587b5e-378a-4bb3-aa9f-3c15b98138a4" providerId="ADAL" clId="{9769093C-A579-4C7C-B6C2-D700F5064941}" dt="2023-06-14T08:29:15.523" v="706" actId="478"/>
          <ac:spMkLst>
            <pc:docMk/>
            <pc:sldMk cId="3180732891" sldId="2147378758"/>
            <ac:spMk id="4" creationId="{2825482F-91FD-FFA9-9D47-B51152D61330}"/>
          </ac:spMkLst>
        </pc:spChg>
        <pc:spChg chg="add mod">
          <ac:chgData name="Fatma Alsagaf" userId="ef587b5e-378a-4bb3-aa9f-3c15b98138a4" providerId="ADAL" clId="{9769093C-A579-4C7C-B6C2-D700F5064941}" dt="2023-06-14T08:29:33.958" v="724" actId="1076"/>
          <ac:spMkLst>
            <pc:docMk/>
            <pc:sldMk cId="3180732891" sldId="2147378758"/>
            <ac:spMk id="5" creationId="{4FCCA66D-99EC-0BFB-E791-60B09A7CD092}"/>
          </ac:spMkLst>
        </pc:spChg>
        <pc:graphicFrameChg chg="del">
          <ac:chgData name="Fatma Alsagaf" userId="ef587b5e-378a-4bb3-aa9f-3c15b98138a4" providerId="ADAL" clId="{9769093C-A579-4C7C-B6C2-D700F5064941}" dt="2023-06-14T08:29:11.851" v="705" actId="478"/>
          <ac:graphicFrameMkLst>
            <pc:docMk/>
            <pc:sldMk cId="3180732891" sldId="2147378758"/>
            <ac:graphicFrameMk id="2" creationId="{4B4C223E-49F3-7A72-0EB3-7BC9513E70AC}"/>
          </ac:graphicFrameMkLst>
        </pc:graphicFrameChg>
      </pc:sldChg>
      <pc:sldChg chg="addSp delSp modSp new mod modAnim">
        <pc:chgData name="Fatma Alsagaf" userId="ef587b5e-378a-4bb3-aa9f-3c15b98138a4" providerId="ADAL" clId="{9769093C-A579-4C7C-B6C2-D700F5064941}" dt="2023-06-14T12:50:10.056" v="836" actId="14100"/>
        <pc:sldMkLst>
          <pc:docMk/>
          <pc:sldMk cId="1977143819" sldId="2147378759"/>
        </pc:sldMkLst>
        <pc:spChg chg="del">
          <ac:chgData name="Fatma Alsagaf" userId="ef587b5e-378a-4bb3-aa9f-3c15b98138a4" providerId="ADAL" clId="{9769093C-A579-4C7C-B6C2-D700F5064941}" dt="2023-06-14T08:30:56.472" v="727" actId="478"/>
          <ac:spMkLst>
            <pc:docMk/>
            <pc:sldMk cId="1977143819" sldId="2147378759"/>
            <ac:spMk id="2" creationId="{65D006A2-07EA-6C44-A005-26274CD9584B}"/>
          </ac:spMkLst>
        </pc:spChg>
        <pc:spChg chg="del">
          <ac:chgData name="Fatma Alsagaf" userId="ef587b5e-378a-4bb3-aa9f-3c15b98138a4" providerId="ADAL" clId="{9769093C-A579-4C7C-B6C2-D700F5064941}" dt="2023-06-14T12:49:49.938" v="832"/>
          <ac:spMkLst>
            <pc:docMk/>
            <pc:sldMk cId="1977143819" sldId="2147378759"/>
            <ac:spMk id="3" creationId="{C1F397CE-94D9-BBFD-00FA-62CB66F4E0DB}"/>
          </ac:spMkLst>
        </pc:spChg>
        <pc:spChg chg="mod">
          <ac:chgData name="Fatma Alsagaf" userId="ef587b5e-378a-4bb3-aa9f-3c15b98138a4" providerId="ADAL" clId="{9769093C-A579-4C7C-B6C2-D700F5064941}" dt="2023-06-14T08:30:57.554" v="728" actId="6549"/>
          <ac:spMkLst>
            <pc:docMk/>
            <pc:sldMk cId="1977143819" sldId="2147378759"/>
            <ac:spMk id="4" creationId="{69D3EF5D-7A91-7468-709A-4863FEDF1A96}"/>
          </ac:spMkLst>
        </pc:spChg>
        <pc:picChg chg="add mod">
          <ac:chgData name="Fatma Alsagaf" userId="ef587b5e-378a-4bb3-aa9f-3c15b98138a4" providerId="ADAL" clId="{9769093C-A579-4C7C-B6C2-D700F5064941}" dt="2023-06-14T12:50:10.056" v="836" actId="14100"/>
          <ac:picMkLst>
            <pc:docMk/>
            <pc:sldMk cId="1977143819" sldId="2147378759"/>
            <ac:picMk id="2" creationId="{C14870B3-921A-C5D2-5750-46D6C4AFFAED}"/>
          </ac:picMkLst>
        </pc:picChg>
      </pc:sldChg>
      <pc:sldChg chg="addSp delSp modSp new mod">
        <pc:chgData name="Fatma Alsagaf" userId="ef587b5e-378a-4bb3-aa9f-3c15b98138a4" providerId="ADAL" clId="{9769093C-A579-4C7C-B6C2-D700F5064941}" dt="2023-06-14T09:30:10.940" v="831" actId="1037"/>
        <pc:sldMkLst>
          <pc:docMk/>
          <pc:sldMk cId="2344164834" sldId="2147378760"/>
        </pc:sldMkLst>
        <pc:spChg chg="del mod">
          <ac:chgData name="Fatma Alsagaf" userId="ef587b5e-378a-4bb3-aa9f-3c15b98138a4" providerId="ADAL" clId="{9769093C-A579-4C7C-B6C2-D700F5064941}" dt="2023-06-14T09:27:36.804" v="823" actId="478"/>
          <ac:spMkLst>
            <pc:docMk/>
            <pc:sldMk cId="2344164834" sldId="2147378760"/>
            <ac:spMk id="2" creationId="{3F150FBF-4C82-B3DF-1A65-17E94A2D8CF6}"/>
          </ac:spMkLst>
        </pc:spChg>
        <pc:spChg chg="del">
          <ac:chgData name="Fatma Alsagaf" userId="ef587b5e-378a-4bb3-aa9f-3c15b98138a4" providerId="ADAL" clId="{9769093C-A579-4C7C-B6C2-D700F5064941}" dt="2023-06-14T09:25:16.373" v="780" actId="478"/>
          <ac:spMkLst>
            <pc:docMk/>
            <pc:sldMk cId="2344164834" sldId="2147378760"/>
            <ac:spMk id="3" creationId="{E9F3FC82-A972-9CA0-6BF3-DDD9D5E65479}"/>
          </ac:spMkLst>
        </pc:spChg>
        <pc:spChg chg="mod">
          <ac:chgData name="Fatma Alsagaf" userId="ef587b5e-378a-4bb3-aa9f-3c15b98138a4" providerId="ADAL" clId="{9769093C-A579-4C7C-B6C2-D700F5064941}" dt="2023-06-14T09:27:33.249" v="822" actId="20577"/>
          <ac:spMkLst>
            <pc:docMk/>
            <pc:sldMk cId="2344164834" sldId="2147378760"/>
            <ac:spMk id="4" creationId="{896A0A68-17B2-9C11-1A0E-0AEB3EB450B2}"/>
          </ac:spMkLst>
        </pc:spChg>
        <pc:spChg chg="add mod">
          <ac:chgData name="Fatma Alsagaf" userId="ef587b5e-378a-4bb3-aa9f-3c15b98138a4" providerId="ADAL" clId="{9769093C-A579-4C7C-B6C2-D700F5064941}" dt="2023-06-14T09:30:10.940" v="831" actId="1037"/>
          <ac:spMkLst>
            <pc:docMk/>
            <pc:sldMk cId="2344164834" sldId="2147378760"/>
            <ac:spMk id="11" creationId="{56DA7F7B-32AC-30EB-4609-E9124FE8E252}"/>
          </ac:spMkLst>
        </pc:spChg>
        <pc:spChg chg="add del">
          <ac:chgData name="Fatma Alsagaf" userId="ef587b5e-378a-4bb3-aa9f-3c15b98138a4" providerId="ADAL" clId="{9769093C-A579-4C7C-B6C2-D700F5064941}" dt="2023-06-14T09:26:14.750" v="792" actId="478"/>
          <ac:spMkLst>
            <pc:docMk/>
            <pc:sldMk cId="2344164834" sldId="2147378760"/>
            <ac:spMk id="12" creationId="{C9C8C7A2-3489-5F28-5B16-588851224A8C}"/>
          </ac:spMkLst>
        </pc:spChg>
        <pc:spChg chg="add mod">
          <ac:chgData name="Fatma Alsagaf" userId="ef587b5e-378a-4bb3-aa9f-3c15b98138a4" providerId="ADAL" clId="{9769093C-A579-4C7C-B6C2-D700F5064941}" dt="2023-06-14T09:30:10.940" v="831" actId="1037"/>
          <ac:spMkLst>
            <pc:docMk/>
            <pc:sldMk cId="2344164834" sldId="2147378760"/>
            <ac:spMk id="13" creationId="{9DBE69B3-2CED-4AA6-4918-2D7018BCC052}"/>
          </ac:spMkLst>
        </pc:spChg>
        <pc:spChg chg="add mod">
          <ac:chgData name="Fatma Alsagaf" userId="ef587b5e-378a-4bb3-aa9f-3c15b98138a4" providerId="ADAL" clId="{9769093C-A579-4C7C-B6C2-D700F5064941}" dt="2023-06-14T09:27:36.804" v="823" actId="478"/>
          <ac:spMkLst>
            <pc:docMk/>
            <pc:sldMk cId="2344164834" sldId="2147378760"/>
            <ac:spMk id="14" creationId="{BF92C026-0ABC-F2D0-5AA6-C084B983E6A8}"/>
          </ac:spMkLst>
        </pc:spChg>
        <pc:picChg chg="add mod">
          <ac:chgData name="Fatma Alsagaf" userId="ef587b5e-378a-4bb3-aa9f-3c15b98138a4" providerId="ADAL" clId="{9769093C-A579-4C7C-B6C2-D700F5064941}" dt="2023-06-14T09:25:28.181" v="782" actId="14100"/>
          <ac:picMkLst>
            <pc:docMk/>
            <pc:sldMk cId="2344164834" sldId="2147378760"/>
            <ac:picMk id="6" creationId="{0C1D5DC5-77EA-72FA-DA78-1E3AF01521B1}"/>
          </ac:picMkLst>
        </pc:picChg>
        <pc:picChg chg="add mod">
          <ac:chgData name="Fatma Alsagaf" userId="ef587b5e-378a-4bb3-aa9f-3c15b98138a4" providerId="ADAL" clId="{9769093C-A579-4C7C-B6C2-D700F5064941}" dt="2023-06-14T09:25:43.920" v="785" actId="14100"/>
          <ac:picMkLst>
            <pc:docMk/>
            <pc:sldMk cId="2344164834" sldId="2147378760"/>
            <ac:picMk id="8" creationId="{186E7F8F-37DC-AE27-D8A0-56810068E419}"/>
          </ac:picMkLst>
        </pc:picChg>
        <pc:picChg chg="add mod">
          <ac:chgData name="Fatma Alsagaf" userId="ef587b5e-378a-4bb3-aa9f-3c15b98138a4" providerId="ADAL" clId="{9769093C-A579-4C7C-B6C2-D700F5064941}" dt="2023-06-14T09:25:50.658" v="788" actId="1076"/>
          <ac:picMkLst>
            <pc:docMk/>
            <pc:sldMk cId="2344164834" sldId="2147378760"/>
            <ac:picMk id="10" creationId="{32A996B5-FBED-E419-AEB9-C2C801B3BB6E}"/>
          </ac:picMkLst>
        </pc:picChg>
      </pc:sldChg>
    </pc:docChg>
  </pc:docChgLst>
  <pc:docChgLst>
    <pc:chgData name="Fatma Alsagaf" userId="ef587b5e-378a-4bb3-aa9f-3c15b98138a4" providerId="ADAL" clId="{395D6B4A-4FB3-4A6C-9564-D61FA1D5ECBD}"/>
    <pc:docChg chg="delSld modSld delMainMaster">
      <pc:chgData name="Fatma Alsagaf" userId="ef587b5e-378a-4bb3-aa9f-3c15b98138a4" providerId="ADAL" clId="{395D6B4A-4FB3-4A6C-9564-D61FA1D5ECBD}" dt="2024-10-24T12:26:55.147" v="2" actId="478"/>
      <pc:docMkLst>
        <pc:docMk/>
      </pc:docMkLst>
      <pc:sldChg chg="del">
        <pc:chgData name="Fatma Alsagaf" userId="ef587b5e-378a-4bb3-aa9f-3c15b98138a4" providerId="ADAL" clId="{395D6B4A-4FB3-4A6C-9564-D61FA1D5ECBD}" dt="2024-10-22T16:47:26.670" v="1" actId="47"/>
        <pc:sldMkLst>
          <pc:docMk/>
          <pc:sldMk cId="2232996843" sldId="256"/>
        </pc:sldMkLst>
      </pc:sldChg>
      <pc:sldChg chg="del">
        <pc:chgData name="Fatma Alsagaf" userId="ef587b5e-378a-4bb3-aa9f-3c15b98138a4" providerId="ADAL" clId="{395D6B4A-4FB3-4A6C-9564-D61FA1D5ECBD}" dt="2024-10-22T16:47:15.406" v="0" actId="47"/>
        <pc:sldMkLst>
          <pc:docMk/>
          <pc:sldMk cId="3352058652" sldId="288"/>
        </pc:sldMkLst>
      </pc:sldChg>
      <pc:sldChg chg="del">
        <pc:chgData name="Fatma Alsagaf" userId="ef587b5e-378a-4bb3-aa9f-3c15b98138a4" providerId="ADAL" clId="{395D6B4A-4FB3-4A6C-9564-D61FA1D5ECBD}" dt="2024-10-22T16:47:26.670" v="1" actId="47"/>
        <pc:sldMkLst>
          <pc:docMk/>
          <pc:sldMk cId="11063016" sldId="312"/>
        </pc:sldMkLst>
      </pc:sldChg>
      <pc:sldChg chg="del">
        <pc:chgData name="Fatma Alsagaf" userId="ef587b5e-378a-4bb3-aa9f-3c15b98138a4" providerId="ADAL" clId="{395D6B4A-4FB3-4A6C-9564-D61FA1D5ECBD}" dt="2024-10-22T16:47:26.670" v="1" actId="47"/>
        <pc:sldMkLst>
          <pc:docMk/>
          <pc:sldMk cId="3649868667" sldId="352"/>
        </pc:sldMkLst>
      </pc:sldChg>
      <pc:sldChg chg="del">
        <pc:chgData name="Fatma Alsagaf" userId="ef587b5e-378a-4bb3-aa9f-3c15b98138a4" providerId="ADAL" clId="{395D6B4A-4FB3-4A6C-9564-D61FA1D5ECBD}" dt="2024-10-22T16:47:26.670" v="1" actId="47"/>
        <pc:sldMkLst>
          <pc:docMk/>
          <pc:sldMk cId="998823358" sldId="2147378734"/>
        </pc:sldMkLst>
      </pc:sldChg>
      <pc:sldChg chg="del">
        <pc:chgData name="Fatma Alsagaf" userId="ef587b5e-378a-4bb3-aa9f-3c15b98138a4" providerId="ADAL" clId="{395D6B4A-4FB3-4A6C-9564-D61FA1D5ECBD}" dt="2024-10-22T16:47:26.670" v="1" actId="47"/>
        <pc:sldMkLst>
          <pc:docMk/>
          <pc:sldMk cId="419837191" sldId="2147378735"/>
        </pc:sldMkLst>
      </pc:sldChg>
      <pc:sldChg chg="del">
        <pc:chgData name="Fatma Alsagaf" userId="ef587b5e-378a-4bb3-aa9f-3c15b98138a4" providerId="ADAL" clId="{395D6B4A-4FB3-4A6C-9564-D61FA1D5ECBD}" dt="2024-10-22T16:47:26.670" v="1" actId="47"/>
        <pc:sldMkLst>
          <pc:docMk/>
          <pc:sldMk cId="4032562519" sldId="2147378736"/>
        </pc:sldMkLst>
      </pc:sldChg>
      <pc:sldChg chg="del">
        <pc:chgData name="Fatma Alsagaf" userId="ef587b5e-378a-4bb3-aa9f-3c15b98138a4" providerId="ADAL" clId="{395D6B4A-4FB3-4A6C-9564-D61FA1D5ECBD}" dt="2024-10-22T16:47:26.670" v="1" actId="47"/>
        <pc:sldMkLst>
          <pc:docMk/>
          <pc:sldMk cId="699963628" sldId="2147378738"/>
        </pc:sldMkLst>
      </pc:sldChg>
      <pc:sldChg chg="del">
        <pc:chgData name="Fatma Alsagaf" userId="ef587b5e-378a-4bb3-aa9f-3c15b98138a4" providerId="ADAL" clId="{395D6B4A-4FB3-4A6C-9564-D61FA1D5ECBD}" dt="2024-10-22T16:47:26.670" v="1" actId="47"/>
        <pc:sldMkLst>
          <pc:docMk/>
          <pc:sldMk cId="1266901651" sldId="2147378743"/>
        </pc:sldMkLst>
      </pc:sldChg>
      <pc:sldChg chg="del">
        <pc:chgData name="Fatma Alsagaf" userId="ef587b5e-378a-4bb3-aa9f-3c15b98138a4" providerId="ADAL" clId="{395D6B4A-4FB3-4A6C-9564-D61FA1D5ECBD}" dt="2024-10-22T16:47:26.670" v="1" actId="47"/>
        <pc:sldMkLst>
          <pc:docMk/>
          <pc:sldMk cId="4132691744" sldId="2147378746"/>
        </pc:sldMkLst>
      </pc:sldChg>
      <pc:sldChg chg="del">
        <pc:chgData name="Fatma Alsagaf" userId="ef587b5e-378a-4bb3-aa9f-3c15b98138a4" providerId="ADAL" clId="{395D6B4A-4FB3-4A6C-9564-D61FA1D5ECBD}" dt="2024-10-22T16:47:26.670" v="1" actId="47"/>
        <pc:sldMkLst>
          <pc:docMk/>
          <pc:sldMk cId="2357413295" sldId="2147378747"/>
        </pc:sldMkLst>
      </pc:sldChg>
      <pc:sldChg chg="del">
        <pc:chgData name="Fatma Alsagaf" userId="ef587b5e-378a-4bb3-aa9f-3c15b98138a4" providerId="ADAL" clId="{395D6B4A-4FB3-4A6C-9564-D61FA1D5ECBD}" dt="2024-10-22T16:47:26.670" v="1" actId="47"/>
        <pc:sldMkLst>
          <pc:docMk/>
          <pc:sldMk cId="1258224485" sldId="2147378749"/>
        </pc:sldMkLst>
      </pc:sldChg>
      <pc:sldChg chg="del">
        <pc:chgData name="Fatma Alsagaf" userId="ef587b5e-378a-4bb3-aa9f-3c15b98138a4" providerId="ADAL" clId="{395D6B4A-4FB3-4A6C-9564-D61FA1D5ECBD}" dt="2024-10-22T16:47:26.670" v="1" actId="47"/>
        <pc:sldMkLst>
          <pc:docMk/>
          <pc:sldMk cId="674666589" sldId="2147378750"/>
        </pc:sldMkLst>
      </pc:sldChg>
      <pc:sldChg chg="del">
        <pc:chgData name="Fatma Alsagaf" userId="ef587b5e-378a-4bb3-aa9f-3c15b98138a4" providerId="ADAL" clId="{395D6B4A-4FB3-4A6C-9564-D61FA1D5ECBD}" dt="2024-10-22T16:47:26.670" v="1" actId="47"/>
        <pc:sldMkLst>
          <pc:docMk/>
          <pc:sldMk cId="2844511840" sldId="2147378751"/>
        </pc:sldMkLst>
      </pc:sldChg>
      <pc:sldChg chg="del">
        <pc:chgData name="Fatma Alsagaf" userId="ef587b5e-378a-4bb3-aa9f-3c15b98138a4" providerId="ADAL" clId="{395D6B4A-4FB3-4A6C-9564-D61FA1D5ECBD}" dt="2024-10-22T16:47:26.670" v="1" actId="47"/>
        <pc:sldMkLst>
          <pc:docMk/>
          <pc:sldMk cId="4018436252" sldId="2147378753"/>
        </pc:sldMkLst>
      </pc:sldChg>
      <pc:sldChg chg="del">
        <pc:chgData name="Fatma Alsagaf" userId="ef587b5e-378a-4bb3-aa9f-3c15b98138a4" providerId="ADAL" clId="{395D6B4A-4FB3-4A6C-9564-D61FA1D5ECBD}" dt="2024-10-22T16:47:26.670" v="1" actId="47"/>
        <pc:sldMkLst>
          <pc:docMk/>
          <pc:sldMk cId="2770836064" sldId="2147378754"/>
        </pc:sldMkLst>
      </pc:sldChg>
      <pc:sldChg chg="del">
        <pc:chgData name="Fatma Alsagaf" userId="ef587b5e-378a-4bb3-aa9f-3c15b98138a4" providerId="ADAL" clId="{395D6B4A-4FB3-4A6C-9564-D61FA1D5ECBD}" dt="2024-10-22T16:47:26.670" v="1" actId="47"/>
        <pc:sldMkLst>
          <pc:docMk/>
          <pc:sldMk cId="341343694" sldId="2147378755"/>
        </pc:sldMkLst>
      </pc:sldChg>
      <pc:sldChg chg="del">
        <pc:chgData name="Fatma Alsagaf" userId="ef587b5e-378a-4bb3-aa9f-3c15b98138a4" providerId="ADAL" clId="{395D6B4A-4FB3-4A6C-9564-D61FA1D5ECBD}" dt="2024-10-22T16:47:15.406" v="0" actId="47"/>
        <pc:sldMkLst>
          <pc:docMk/>
          <pc:sldMk cId="947985351" sldId="2147378756"/>
        </pc:sldMkLst>
      </pc:sldChg>
      <pc:sldChg chg="del">
        <pc:chgData name="Fatma Alsagaf" userId="ef587b5e-378a-4bb3-aa9f-3c15b98138a4" providerId="ADAL" clId="{395D6B4A-4FB3-4A6C-9564-D61FA1D5ECBD}" dt="2024-10-22T16:47:26.670" v="1" actId="47"/>
        <pc:sldMkLst>
          <pc:docMk/>
          <pc:sldMk cId="588526281" sldId="2147378757"/>
        </pc:sldMkLst>
      </pc:sldChg>
      <pc:sldChg chg="del">
        <pc:chgData name="Fatma Alsagaf" userId="ef587b5e-378a-4bb3-aa9f-3c15b98138a4" providerId="ADAL" clId="{395D6B4A-4FB3-4A6C-9564-D61FA1D5ECBD}" dt="2024-10-22T16:47:26.670" v="1" actId="47"/>
        <pc:sldMkLst>
          <pc:docMk/>
          <pc:sldMk cId="3180732891" sldId="2147378758"/>
        </pc:sldMkLst>
      </pc:sldChg>
      <pc:sldChg chg="del">
        <pc:chgData name="Fatma Alsagaf" userId="ef587b5e-378a-4bb3-aa9f-3c15b98138a4" providerId="ADAL" clId="{395D6B4A-4FB3-4A6C-9564-D61FA1D5ECBD}" dt="2024-10-22T16:47:26.670" v="1" actId="47"/>
        <pc:sldMkLst>
          <pc:docMk/>
          <pc:sldMk cId="1977143819" sldId="2147378759"/>
        </pc:sldMkLst>
      </pc:sldChg>
      <pc:sldChg chg="delSp">
        <pc:chgData name="Fatma Alsagaf" userId="ef587b5e-378a-4bb3-aa9f-3c15b98138a4" providerId="ADAL" clId="{395D6B4A-4FB3-4A6C-9564-D61FA1D5ECBD}" dt="2024-10-24T12:26:55.147" v="2" actId="478"/>
        <pc:sldMkLst>
          <pc:docMk/>
          <pc:sldMk cId="2344164834" sldId="2147378760"/>
        </pc:sldMkLst>
        <pc:spChg chg="del">
          <ac:chgData name="Fatma Alsagaf" userId="ef587b5e-378a-4bb3-aa9f-3c15b98138a4" providerId="ADAL" clId="{395D6B4A-4FB3-4A6C-9564-D61FA1D5ECBD}" dt="2024-10-24T12:26:55.147" v="2" actId="478"/>
          <ac:spMkLst>
            <pc:docMk/>
            <pc:sldMk cId="2344164834" sldId="2147378760"/>
            <ac:spMk id="14" creationId="{BF92C026-0ABC-F2D0-5AA6-C084B983E6A8}"/>
          </ac:spMkLst>
        </pc:spChg>
      </pc:sldChg>
      <pc:sldMasterChg chg="del delSldLayout">
        <pc:chgData name="Fatma Alsagaf" userId="ef587b5e-378a-4bb3-aa9f-3c15b98138a4" providerId="ADAL" clId="{395D6B4A-4FB3-4A6C-9564-D61FA1D5ECBD}" dt="2024-10-22T16:47:26.670" v="1" actId="47"/>
        <pc:sldMasterMkLst>
          <pc:docMk/>
          <pc:sldMasterMk cId="494143836" sldId="2147483667"/>
        </pc:sldMasterMkLst>
        <pc:sldLayoutChg chg="del">
          <pc:chgData name="Fatma Alsagaf" userId="ef587b5e-378a-4bb3-aa9f-3c15b98138a4" providerId="ADAL" clId="{395D6B4A-4FB3-4A6C-9564-D61FA1D5ECBD}" dt="2024-10-22T16:47:26.670" v="1" actId="47"/>
          <pc:sldLayoutMkLst>
            <pc:docMk/>
            <pc:sldMasterMk cId="494143836" sldId="2147483667"/>
            <pc:sldLayoutMk cId="1193771526" sldId="2147483668"/>
          </pc:sldLayoutMkLst>
        </pc:sldLayoutChg>
        <pc:sldLayoutChg chg="del">
          <pc:chgData name="Fatma Alsagaf" userId="ef587b5e-378a-4bb3-aa9f-3c15b98138a4" providerId="ADAL" clId="{395D6B4A-4FB3-4A6C-9564-D61FA1D5ECBD}" dt="2024-10-22T16:47:26.670" v="1" actId="47"/>
          <pc:sldLayoutMkLst>
            <pc:docMk/>
            <pc:sldMasterMk cId="494143836" sldId="2147483667"/>
            <pc:sldLayoutMk cId="2725991839" sldId="2147483669"/>
          </pc:sldLayoutMkLst>
        </pc:sldLayoutChg>
        <pc:sldLayoutChg chg="del">
          <pc:chgData name="Fatma Alsagaf" userId="ef587b5e-378a-4bb3-aa9f-3c15b98138a4" providerId="ADAL" clId="{395D6B4A-4FB3-4A6C-9564-D61FA1D5ECBD}" dt="2024-10-22T16:47:26.670" v="1" actId="47"/>
          <pc:sldLayoutMkLst>
            <pc:docMk/>
            <pc:sldMasterMk cId="494143836" sldId="2147483667"/>
            <pc:sldLayoutMk cId="2186285797" sldId="2147483670"/>
          </pc:sldLayoutMkLst>
        </pc:sldLayoutChg>
        <pc:sldLayoutChg chg="del">
          <pc:chgData name="Fatma Alsagaf" userId="ef587b5e-378a-4bb3-aa9f-3c15b98138a4" providerId="ADAL" clId="{395D6B4A-4FB3-4A6C-9564-D61FA1D5ECBD}" dt="2024-10-22T16:47:26.670" v="1" actId="47"/>
          <pc:sldLayoutMkLst>
            <pc:docMk/>
            <pc:sldMasterMk cId="494143836" sldId="2147483667"/>
            <pc:sldLayoutMk cId="1990174427" sldId="2147483671"/>
          </pc:sldLayoutMkLst>
        </pc:sldLayoutChg>
        <pc:sldLayoutChg chg="del">
          <pc:chgData name="Fatma Alsagaf" userId="ef587b5e-378a-4bb3-aa9f-3c15b98138a4" providerId="ADAL" clId="{395D6B4A-4FB3-4A6C-9564-D61FA1D5ECBD}" dt="2024-10-22T16:47:26.670" v="1" actId="47"/>
          <pc:sldLayoutMkLst>
            <pc:docMk/>
            <pc:sldMasterMk cId="494143836" sldId="2147483667"/>
            <pc:sldLayoutMk cId="1952253525" sldId="2147483672"/>
          </pc:sldLayoutMkLst>
        </pc:sldLayoutChg>
        <pc:sldLayoutChg chg="del">
          <pc:chgData name="Fatma Alsagaf" userId="ef587b5e-378a-4bb3-aa9f-3c15b98138a4" providerId="ADAL" clId="{395D6B4A-4FB3-4A6C-9564-D61FA1D5ECBD}" dt="2024-10-22T16:47:26.670" v="1" actId="47"/>
          <pc:sldLayoutMkLst>
            <pc:docMk/>
            <pc:sldMasterMk cId="494143836" sldId="2147483667"/>
            <pc:sldLayoutMk cId="2574639333" sldId="2147483673"/>
          </pc:sldLayoutMkLst>
        </pc:sldLayoutChg>
        <pc:sldLayoutChg chg="del">
          <pc:chgData name="Fatma Alsagaf" userId="ef587b5e-378a-4bb3-aa9f-3c15b98138a4" providerId="ADAL" clId="{395D6B4A-4FB3-4A6C-9564-D61FA1D5ECBD}" dt="2024-10-22T16:47:26.670" v="1" actId="47"/>
          <pc:sldLayoutMkLst>
            <pc:docMk/>
            <pc:sldMasterMk cId="494143836" sldId="2147483667"/>
            <pc:sldLayoutMk cId="3601842667" sldId="2147483674"/>
          </pc:sldLayoutMkLst>
        </pc:sldLayoutChg>
        <pc:sldLayoutChg chg="del">
          <pc:chgData name="Fatma Alsagaf" userId="ef587b5e-378a-4bb3-aa9f-3c15b98138a4" providerId="ADAL" clId="{395D6B4A-4FB3-4A6C-9564-D61FA1D5ECBD}" dt="2024-10-22T16:47:26.670" v="1" actId="47"/>
          <pc:sldLayoutMkLst>
            <pc:docMk/>
            <pc:sldMasterMk cId="494143836" sldId="2147483667"/>
            <pc:sldLayoutMk cId="3544041085" sldId="2147483675"/>
          </pc:sldLayoutMkLst>
        </pc:sldLayoutChg>
        <pc:sldLayoutChg chg="del">
          <pc:chgData name="Fatma Alsagaf" userId="ef587b5e-378a-4bb3-aa9f-3c15b98138a4" providerId="ADAL" clId="{395D6B4A-4FB3-4A6C-9564-D61FA1D5ECBD}" dt="2024-10-22T16:47:26.670" v="1" actId="47"/>
          <pc:sldLayoutMkLst>
            <pc:docMk/>
            <pc:sldMasterMk cId="494143836" sldId="2147483667"/>
            <pc:sldLayoutMk cId="3974914042" sldId="2147483676"/>
          </pc:sldLayoutMkLst>
        </pc:sldLayoutChg>
        <pc:sldLayoutChg chg="del">
          <pc:chgData name="Fatma Alsagaf" userId="ef587b5e-378a-4bb3-aa9f-3c15b98138a4" providerId="ADAL" clId="{395D6B4A-4FB3-4A6C-9564-D61FA1D5ECBD}" dt="2024-10-22T16:47:26.670" v="1" actId="47"/>
          <pc:sldLayoutMkLst>
            <pc:docMk/>
            <pc:sldMasterMk cId="494143836" sldId="2147483667"/>
            <pc:sldLayoutMk cId="933369293" sldId="2147483677"/>
          </pc:sldLayoutMkLst>
        </pc:sldLayoutChg>
        <pc:sldLayoutChg chg="del">
          <pc:chgData name="Fatma Alsagaf" userId="ef587b5e-378a-4bb3-aa9f-3c15b98138a4" providerId="ADAL" clId="{395D6B4A-4FB3-4A6C-9564-D61FA1D5ECBD}" dt="2024-10-22T16:47:26.670" v="1" actId="47"/>
          <pc:sldLayoutMkLst>
            <pc:docMk/>
            <pc:sldMasterMk cId="494143836" sldId="2147483667"/>
            <pc:sldLayoutMk cId="3540038939" sldId="2147483678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32C743-97A8-4380-958B-8C46B05D8D2A}" type="datetimeFigureOut">
              <a:rPr lang="en-GB" smtClean="0"/>
              <a:t>24/10/2024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C5D6FF-7619-401B-ACBD-9B91E3B4D2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0654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C5D6FF-7619-401B-ACBD-9B91E3B4D2FA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63568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oleObject" Target="../embeddings/oleObject2.bin"/><Relationship Id="rId7" Type="http://schemas.openxmlformats.org/officeDocument/2006/relationships/image" Target="../media/image6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Relationship Id="rId6" Type="http://schemas.openxmlformats.org/officeDocument/2006/relationships/image" Target="../media/image5.jp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Relationship Id="rId4" Type="http://schemas.openxmlformats.org/officeDocument/2006/relationships/image" Target="../media/image8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.xml"/><Relationship Id="rId5" Type="http://schemas.openxmlformats.org/officeDocument/2006/relationships/image" Target="../media/image9.png"/><Relationship Id="rId4" Type="http://schemas.openxmlformats.org/officeDocument/2006/relationships/image" Target="../media/image8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Relationship Id="rId4" Type="http://schemas.openxmlformats.org/officeDocument/2006/relationships/image" Target="../media/image8.emf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61" y="1622"/>
          <a:ext cx="2159" cy="16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61" y="1622"/>
                        <a:ext cx="2159" cy="16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Working Draft Text" hidden="1"/>
          <p:cNvSpPr txBox="1">
            <a:spLocks noChangeArrowheads="1"/>
          </p:cNvSpPr>
          <p:nvPr userDrawn="1"/>
        </p:nvSpPr>
        <p:spPr bwMode="black">
          <a:xfrm>
            <a:off x="488407" y="324144"/>
            <a:ext cx="3795784" cy="1280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lang="x-none" sz="16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lang="x-none"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lang="x-none"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lang="x-none"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lang="x-none"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lang="x-none"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lang="x-none"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lang="x-none"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lang="x-none"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 lang="x-none"/>
            </a:pPr>
            <a:r>
              <a:rPr lang="x-none" sz="816" b="1" baseline="0" dirty="0">
                <a:solidFill>
                  <a:srgbClr val="FFFFFF"/>
                </a:solidFill>
                <a:latin typeface="+mn-lt"/>
              </a:rPr>
              <a:t>WORKING DRAFT</a:t>
            </a:r>
          </a:p>
        </p:txBody>
      </p:sp>
      <p:sp>
        <p:nvSpPr>
          <p:cNvPr id="6" name="Working Draft" hidden="1"/>
          <p:cNvSpPr txBox="1">
            <a:spLocks noChangeArrowheads="1"/>
          </p:cNvSpPr>
          <p:nvPr userDrawn="1"/>
        </p:nvSpPr>
        <p:spPr bwMode="black">
          <a:xfrm>
            <a:off x="488407" y="467033"/>
            <a:ext cx="3795784" cy="12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noAutofit/>
          </a:bodyPr>
          <a:lstStyle>
            <a:lvl1pPr eaLnBrk="0" hangingPunct="0">
              <a:defRPr lang="x-none" sz="16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lang="x-none"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lang="x-none"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lang="x-none"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lang="x-none"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lang="x-none"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lang="x-none"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lang="x-none"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lang="x-none"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 lang="x-none"/>
            </a:pPr>
            <a:r>
              <a:rPr lang="en-GB" sz="816" baseline="0">
                <a:solidFill>
                  <a:srgbClr val="FFFFFF"/>
                </a:solidFill>
                <a:latin typeface="+mn-lt"/>
              </a:rPr>
              <a:t>Last Modified 23/08/2020 10:12 Arabian Standard Time</a:t>
            </a:r>
            <a:endParaRPr lang="x-none" sz="816" baseline="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7" name="Printed" hidden="1"/>
          <p:cNvSpPr txBox="1">
            <a:spLocks noChangeArrowheads="1"/>
          </p:cNvSpPr>
          <p:nvPr userDrawn="1"/>
        </p:nvSpPr>
        <p:spPr bwMode="black">
          <a:xfrm>
            <a:off x="488407" y="609921"/>
            <a:ext cx="3795784" cy="12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noAutofit/>
          </a:bodyPr>
          <a:lstStyle>
            <a:lvl1pPr eaLnBrk="0" hangingPunct="0">
              <a:defRPr lang="x-none" sz="16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lang="x-none"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lang="x-none"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lang="x-none"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lang="x-none"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lang="x-none"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lang="x-none"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lang="x-none"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lang="x-none"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 lang="x-none"/>
            </a:pPr>
            <a:r>
              <a:rPr lang="en-GB" sz="816" baseline="0">
                <a:solidFill>
                  <a:srgbClr val="FFFFFF"/>
                </a:solidFill>
                <a:latin typeface="+mn-lt"/>
              </a:rPr>
              <a:t>Printed 24/07/2019 19:54 Arabian Standard Time</a:t>
            </a:r>
            <a:endParaRPr lang="x-none" sz="816" baseline="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15" name="Document type" hidden="1"/>
          <p:cNvSpPr txBox="1">
            <a:spLocks noChangeArrowheads="1"/>
          </p:cNvSpPr>
          <p:nvPr userDrawn="1"/>
        </p:nvSpPr>
        <p:spPr bwMode="gray">
          <a:xfrm>
            <a:off x="488407" y="6323629"/>
            <a:ext cx="8050193" cy="2242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b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sz="1428" baseline="0" dirty="0">
                <a:solidFill>
                  <a:schemeClr val="tx1"/>
                </a:solidFill>
                <a:latin typeface="+mn-lt"/>
              </a:rPr>
              <a:t>Document type | Date</a:t>
            </a:r>
          </a:p>
        </p:txBody>
      </p:sp>
      <p:sp>
        <p:nvSpPr>
          <p:cNvPr id="5" name="doc id"/>
          <p:cNvSpPr txBox="1">
            <a:spLocks noChangeArrowheads="1"/>
          </p:cNvSpPr>
          <p:nvPr userDrawn="1"/>
        </p:nvSpPr>
        <p:spPr bwMode="white">
          <a:xfrm>
            <a:off x="11487911" y="37256"/>
            <a:ext cx="401720" cy="1247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/>
          <a:lstStyle>
            <a:lvl1pPr eaLnBrk="0" hangingPunct="0">
              <a:defRPr lang="x-none" sz="16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lang="x-none"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lang="x-none"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lang="x-none"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lang="x-none"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lang="x-none"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lang="x-none"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lang="x-none"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lang="x-none"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defRPr lang="x-none"/>
            </a:pPr>
            <a:endParaRPr lang="x-none" sz="816" baseline="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7" name="Right Triangle 16">
            <a:extLst>
              <a:ext uri="{FF2B5EF4-FFF2-40B4-BE49-F238E27FC236}">
                <a16:creationId xmlns:a16="http://schemas.microsoft.com/office/drawing/2014/main" id="{EB1CBA07-9A3B-3540-A619-D57090D180E5}"/>
              </a:ext>
            </a:extLst>
          </p:cNvPr>
          <p:cNvSpPr/>
          <p:nvPr/>
        </p:nvSpPr>
        <p:spPr>
          <a:xfrm flipH="1">
            <a:off x="-33298" y="3090502"/>
            <a:ext cx="12225297" cy="1967670"/>
          </a:xfrm>
          <a:prstGeom prst="rtTriangl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 sz="1837" dirty="0" err="1">
              <a:solidFill>
                <a:schemeClr val="tx1"/>
              </a:solidFill>
            </a:endParaRPr>
          </a:p>
        </p:txBody>
      </p:sp>
      <p:pic>
        <p:nvPicPr>
          <p:cNvPr id="18" name="Picture 102" descr="C:\Users\146002\Documents\TEMPLATES - add SOP template\AFF Logo.png">
            <a:extLst>
              <a:ext uri="{FF2B5EF4-FFF2-40B4-BE49-F238E27FC236}">
                <a16:creationId xmlns:a16="http://schemas.microsoft.com/office/drawing/2014/main" id="{982DFDF8-772C-4D43-987D-0A70D119A01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3498" y="6058182"/>
            <a:ext cx="2769332" cy="57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A person standing next to a car&#10;&#10;Description automatically generated with medium confidence">
            <a:extLst>
              <a:ext uri="{FF2B5EF4-FFF2-40B4-BE49-F238E27FC236}">
                <a16:creationId xmlns:a16="http://schemas.microsoft.com/office/drawing/2014/main" id="{2C9764B8-0DF2-470D-B714-D7A2F0142B03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" y="1774968"/>
            <a:ext cx="12192000" cy="411298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9AD74DE-AF55-4D7D-9F9E-2BE96676AD11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9822" y="6163354"/>
            <a:ext cx="1188095" cy="420704"/>
          </a:xfrm>
          <a:prstGeom prst="rect">
            <a:avLst/>
          </a:prstGeom>
        </p:spPr>
      </p:pic>
      <p:pic>
        <p:nvPicPr>
          <p:cNvPr id="14" name="Picture 13" descr="Logo, company name&#10;&#10;Description automatically generated">
            <a:extLst>
              <a:ext uri="{FF2B5EF4-FFF2-40B4-BE49-F238E27FC236}">
                <a16:creationId xmlns:a16="http://schemas.microsoft.com/office/drawing/2014/main" id="{52A0DA7E-F6BF-4486-ABB1-398E05189ED3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8475625" y="5689618"/>
            <a:ext cx="1936170" cy="1368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8240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18">
          <p15:clr>
            <a:srgbClr val="FBAE40"/>
          </p15:clr>
        </p15:guide>
        <p15:guide id="2" pos="3763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621" y="1621"/>
          <a:ext cx="1619" cy="16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3" progId="TCLayout.ActiveDocument.1">
                  <p:embed/>
                </p:oleObj>
              </mc:Choice>
              <mc:Fallback>
                <p:oleObj name="think-cell Slide" r:id="rId3" imgW="353" imgH="353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21" y="1621"/>
                        <a:ext cx="1619" cy="16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2. Slide Title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r>
              <a:rPr lang="en-US"/>
              <a:t>Click to edit Master title style</a:t>
            </a:r>
            <a:endParaRPr lang="x-none" dirty="0"/>
          </a:p>
        </p:txBody>
      </p:sp>
      <p:sp>
        <p:nvSpPr>
          <p:cNvPr id="5" name="doc id"/>
          <p:cNvSpPr>
            <a:spLocks noChangeArrowheads="1"/>
          </p:cNvSpPr>
          <p:nvPr userDrawn="1"/>
        </p:nvSpPr>
        <p:spPr bwMode="auto">
          <a:xfrm>
            <a:off x="10995479" y="51834"/>
            <a:ext cx="894152" cy="1247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/>
          <a:lstStyle/>
          <a:p>
            <a:pPr algn="r" defTabSz="913526"/>
            <a:endParaRPr lang="x-none" sz="816" baseline="0" dirty="0">
              <a:solidFill>
                <a:srgbClr val="808080"/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087205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621" y="1621"/>
          <a:ext cx="1619" cy="16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3" progId="TCLayout.ActiveDocument.1">
                  <p:embed/>
                </p:oleObj>
              </mc:Choice>
              <mc:Fallback>
                <p:oleObj name="think-cell Slide" r:id="rId3" imgW="353" imgH="353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21" y="1621"/>
                        <a:ext cx="1619" cy="16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363" r="16195" b="5876"/>
          <a:stretch/>
        </p:blipFill>
        <p:spPr bwMode="ltGray">
          <a:xfrm flipH="1">
            <a:off x="3240" y="5293332"/>
            <a:ext cx="12188760" cy="1276354"/>
          </a:xfrm>
          <a:prstGeom prst="rect">
            <a:avLst/>
          </a:prstGeom>
        </p:spPr>
      </p:pic>
      <p:sp>
        <p:nvSpPr>
          <p:cNvPr id="2" name="2. Slide Title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r>
              <a:rPr lang="en-US"/>
              <a:t>Click to edit Master title style</a:t>
            </a:r>
            <a:endParaRPr lang="x-none" dirty="0"/>
          </a:p>
        </p:txBody>
      </p:sp>
      <p:sp>
        <p:nvSpPr>
          <p:cNvPr id="5" name="doc id"/>
          <p:cNvSpPr>
            <a:spLocks noChangeArrowheads="1"/>
          </p:cNvSpPr>
          <p:nvPr userDrawn="1"/>
        </p:nvSpPr>
        <p:spPr bwMode="auto">
          <a:xfrm>
            <a:off x="10995479" y="51834"/>
            <a:ext cx="894152" cy="1247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/>
          <a:lstStyle/>
          <a:p>
            <a:pPr algn="r" defTabSz="913526"/>
            <a:endParaRPr lang="x-none" sz="816" baseline="0" dirty="0">
              <a:solidFill>
                <a:srgbClr val="808080"/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2087031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621" y="1621"/>
          <a:ext cx="1619" cy="16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3" progId="TCLayout.ActiveDocument.1">
                  <p:embed/>
                </p:oleObj>
              </mc:Choice>
              <mc:Fallback>
                <p:oleObj name="think-cell Slide" r:id="rId3" imgW="353" imgH="353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21" y="1621"/>
                        <a:ext cx="1619" cy="16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8019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obsah 2"/>
          <p:cNvSpPr>
            <a:spLocks noGrp="1"/>
          </p:cNvSpPr>
          <p:nvPr userDrawn="1">
            <p:ph idx="1" hasCustomPrompt="1"/>
          </p:nvPr>
        </p:nvSpPr>
        <p:spPr>
          <a:xfrm>
            <a:off x="390959" y="1622139"/>
            <a:ext cx="11410091" cy="1256112"/>
          </a:xfrm>
        </p:spPr>
        <p:txBody>
          <a:bodyPr/>
          <a:lstStyle>
            <a:lvl1pPr>
              <a:defRPr baseline="0">
                <a:latin typeface="Verdana" panose="020B0604030504040204" pitchFamily="34" charset="0"/>
              </a:defRPr>
            </a:lvl1pPr>
            <a:lvl2pPr>
              <a:defRPr>
                <a:latin typeface="Verdana" panose="020B0604030504040204" pitchFamily="34" charset="0"/>
              </a:defRPr>
            </a:lvl2pPr>
            <a:lvl3pPr>
              <a:defRPr>
                <a:latin typeface="Verdana" panose="020B0604030504040204" pitchFamily="34" charset="0"/>
              </a:defRPr>
            </a:lvl3pPr>
            <a:lvl4pPr>
              <a:defRPr>
                <a:latin typeface="Verdana" panose="020B0604030504040204" pitchFamily="34" charset="0"/>
              </a:defRPr>
            </a:lvl4pPr>
            <a:lvl5pPr>
              <a:defRPr>
                <a:latin typeface="Verdana" panose="020B0604030504040204" pitchFamily="34" charset="0"/>
              </a:defRPr>
            </a:lvl5pPr>
          </a:lstStyle>
          <a:p>
            <a:pPr lvl="0"/>
            <a:r>
              <a:rPr lang="en-GB" noProof="0" dirty="0"/>
              <a:t>First level text</a:t>
            </a:r>
          </a:p>
          <a:p>
            <a:pPr lvl="1"/>
            <a:r>
              <a:rPr lang="en-GB" noProof="0" dirty="0"/>
              <a:t>Second level text</a:t>
            </a:r>
          </a:p>
          <a:p>
            <a:pPr lvl="2"/>
            <a:r>
              <a:rPr lang="en-GB" noProof="0" dirty="0"/>
              <a:t>Third level text</a:t>
            </a:r>
          </a:p>
          <a:p>
            <a:pPr lvl="3"/>
            <a:r>
              <a:rPr lang="en-GB" noProof="0" dirty="0"/>
              <a:t>Fourth level text</a:t>
            </a:r>
          </a:p>
          <a:p>
            <a:pPr lvl="4"/>
            <a:r>
              <a:rPr lang="en-GB" noProof="0" dirty="0"/>
              <a:t>Fifth level text</a:t>
            </a:r>
          </a:p>
        </p:txBody>
      </p:sp>
      <p:sp>
        <p:nvSpPr>
          <p:cNvPr id="7" name="Zástupný symbol pro číslo snímku 6"/>
          <p:cNvSpPr>
            <a:spLocks noGrp="1"/>
          </p:cNvSpPr>
          <p:nvPr userDrawn="1">
            <p:ph type="sldNum" sz="quarter" idx="10"/>
          </p:nvPr>
        </p:nvSpPr>
        <p:spPr/>
        <p:txBody>
          <a:bodyPr/>
          <a:lstStyle>
            <a:lvl1pPr>
              <a:defRPr>
                <a:latin typeface="Verdana" panose="020B0604030504040204" pitchFamily="34" charset="0"/>
              </a:defRPr>
            </a:lvl1pPr>
          </a:lstStyle>
          <a:p>
            <a:fld id="{1E956721-BB38-4972-8ACD-5A2C9377E3B4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9" name="Zástupný symbol pro text 28"/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389932" y="1006137"/>
            <a:ext cx="11410091" cy="410668"/>
          </a:xfrm>
        </p:spPr>
        <p:txBody>
          <a:bodyPr>
            <a:noAutofit/>
          </a:bodyPr>
          <a:lstStyle>
            <a:lvl1pPr marL="0" indent="0">
              <a:lnSpc>
                <a:spcPts val="2737"/>
              </a:lnSpc>
              <a:buNone/>
              <a:defRPr sz="2281" baseline="0"/>
            </a:lvl1pPr>
          </a:lstStyle>
          <a:p>
            <a:pPr lvl="0"/>
            <a:r>
              <a:rPr lang="en-GB" noProof="0" dirty="0"/>
              <a:t>Subheading</a:t>
            </a:r>
          </a:p>
        </p:txBody>
      </p:sp>
      <p:sp>
        <p:nvSpPr>
          <p:cNvPr id="30" name="Nadpis 29"/>
          <p:cNvSpPr>
            <a:spLocks noGrp="1"/>
          </p:cNvSpPr>
          <p:nvPr userDrawn="1">
            <p:ph type="title" hasCustomPrompt="1"/>
          </p:nvPr>
        </p:nvSpPr>
        <p:spPr>
          <a:xfrm>
            <a:off x="389930" y="319272"/>
            <a:ext cx="10972800" cy="314028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Headline Text (Page Message)</a:t>
            </a:r>
          </a:p>
        </p:txBody>
      </p:sp>
    </p:spTree>
    <p:extLst>
      <p:ext uri="{BB962C8B-B14F-4D97-AF65-F5344CB8AC3E}">
        <p14:creationId xmlns:p14="http://schemas.microsoft.com/office/powerpoint/2010/main" val="28691387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8C7D9-8E63-8154-1948-252B9DC09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A37B5C-C595-83BF-6F2E-D3FDF7CFB0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C69BA2-8990-55C6-2C04-3B0419AE6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E2236-2143-4224-9997-59131FD5A4B4}" type="datetimeFigureOut">
              <a:rPr lang="en-US" smtClean="0"/>
              <a:t>24/10/2024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308B8B-1876-E41E-D272-62EBE13DA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D9FD96-CE50-8246-C393-63B4E99A6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12EFB-7D16-43E8-9293-7F9E4183DC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3784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8C7D9-8E63-8154-1948-252B9DC09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A37B5C-C595-83BF-6F2E-D3FDF7CFB0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C69BA2-8990-55C6-2C04-3B0419AE6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E2236-2143-4224-9997-59131FD5A4B4}" type="datetimeFigureOut">
              <a:rPr lang="en-US" smtClean="0"/>
              <a:t>24/10/2024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308B8B-1876-E41E-D272-62EBE13DA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D9FD96-CE50-8246-C393-63B4E99A6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12EFB-7D16-43E8-9293-7F9E4183DC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3784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13" Type="http://schemas.openxmlformats.org/officeDocument/2006/relationships/tags" Target="../tags/tag5.xml"/><Relationship Id="rId18" Type="http://schemas.openxmlformats.org/officeDocument/2006/relationships/tags" Target="../tags/tag10.xml"/><Relationship Id="rId26" Type="http://schemas.openxmlformats.org/officeDocument/2006/relationships/oleObject" Target="../embeddings/oleObject1.bin"/><Relationship Id="rId3" Type="http://schemas.openxmlformats.org/officeDocument/2006/relationships/slideLayout" Target="../slideLayouts/slideLayout3.xml"/><Relationship Id="rId21" Type="http://schemas.openxmlformats.org/officeDocument/2006/relationships/tags" Target="../tags/tag13.xml"/><Relationship Id="rId7" Type="http://schemas.openxmlformats.org/officeDocument/2006/relationships/slideLayout" Target="../slideLayouts/slideLayout7.xml"/><Relationship Id="rId12" Type="http://schemas.openxmlformats.org/officeDocument/2006/relationships/tags" Target="../tags/tag4.xml"/><Relationship Id="rId17" Type="http://schemas.openxmlformats.org/officeDocument/2006/relationships/tags" Target="../tags/tag9.xml"/><Relationship Id="rId25" Type="http://schemas.openxmlformats.org/officeDocument/2006/relationships/tags" Target="../tags/tag17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8.xml"/><Relationship Id="rId20" Type="http://schemas.openxmlformats.org/officeDocument/2006/relationships/tags" Target="../tags/tag1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ags" Target="../tags/tag3.xml"/><Relationship Id="rId24" Type="http://schemas.openxmlformats.org/officeDocument/2006/relationships/tags" Target="../tags/tag16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7.xml"/><Relationship Id="rId23" Type="http://schemas.openxmlformats.org/officeDocument/2006/relationships/tags" Target="../tags/tag15.xml"/><Relationship Id="rId28" Type="http://schemas.openxmlformats.org/officeDocument/2006/relationships/image" Target="../media/image2.png"/><Relationship Id="rId10" Type="http://schemas.openxmlformats.org/officeDocument/2006/relationships/tags" Target="../tags/tag2.xml"/><Relationship Id="rId19" Type="http://schemas.openxmlformats.org/officeDocument/2006/relationships/tags" Target="../tags/tag11.xml"/><Relationship Id="rId4" Type="http://schemas.openxmlformats.org/officeDocument/2006/relationships/slideLayout" Target="../slideLayouts/slideLayout4.xml"/><Relationship Id="rId9" Type="http://schemas.openxmlformats.org/officeDocument/2006/relationships/tags" Target="../tags/tag1.xml"/><Relationship Id="rId14" Type="http://schemas.openxmlformats.org/officeDocument/2006/relationships/tags" Target="../tags/tag6.xml"/><Relationship Id="rId22" Type="http://schemas.openxmlformats.org/officeDocument/2006/relationships/tags" Target="../tags/tag14.xml"/><Relationship Id="rId27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>
            <p:custDataLst>
              <p:tags r:id="rId9"/>
            </p:custDataLst>
          </p:nvPr>
        </p:nvGraphicFramePr>
        <p:xfrm>
          <a:off x="0" y="0"/>
          <a:ext cx="215979" cy="1619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6" imgW="270" imgH="270" progId="TCLayout.ActiveDocument.1">
                  <p:embed/>
                </p:oleObj>
              </mc:Choice>
              <mc:Fallback>
                <p:oleObj name="think-cell Slide" r:id="rId26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0" y="0"/>
                        <a:ext cx="215979" cy="16197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 hidden="1"/>
          <p:cNvSpPr/>
          <p:nvPr>
            <p:custDataLst>
              <p:tags r:id="rId10"/>
            </p:custDataLst>
          </p:nvPr>
        </p:nvSpPr>
        <p:spPr bwMode="auto">
          <a:xfrm>
            <a:off x="0" y="0"/>
            <a:ext cx="215979" cy="161974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x-none" sz="1632" dirty="0">
              <a:solidFill>
                <a:srgbClr val="000000"/>
              </a:solidFill>
              <a:sym typeface="Arial" panose="020B0604020202020204" pitchFamily="34" charset="0"/>
            </a:endParaRPr>
          </a:p>
        </p:txBody>
      </p:sp>
      <p:sp>
        <p:nvSpPr>
          <p:cNvPr id="1034" name="Working Draft" hidden="1"/>
          <p:cNvSpPr txBox="1">
            <a:spLocks noChangeArrowheads="1"/>
          </p:cNvSpPr>
          <p:nvPr/>
        </p:nvSpPr>
        <p:spPr bwMode="gray">
          <a:xfrm rot="5400000">
            <a:off x="11114000" y="1979059"/>
            <a:ext cx="1965947" cy="96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lang="x-none" sz="16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lang="x-none"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lang="x-none"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lang="x-none"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lang="x-none"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lang="x-none"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lang="x-none"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lang="x-none"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lang="x-none"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 lang="x-none"/>
            </a:pPr>
            <a:r>
              <a:rPr lang="en-GB" sz="612" baseline="0">
                <a:solidFill>
                  <a:srgbClr val="808080"/>
                </a:solidFill>
                <a:latin typeface="+mn-lt"/>
                <a:ea typeface="+mn-ea"/>
              </a:rPr>
              <a:t>Last Modified 23/08/2020 10:12 Arabian Standard Time</a:t>
            </a:r>
            <a:endParaRPr lang="x-none" sz="1632" baseline="0" dirty="0">
              <a:solidFill>
                <a:srgbClr val="808080"/>
              </a:solidFill>
              <a:latin typeface="+mn-lt"/>
              <a:ea typeface="+mn-ea"/>
            </a:endParaRPr>
          </a:p>
        </p:txBody>
      </p:sp>
      <p:sp>
        <p:nvSpPr>
          <p:cNvPr id="1035" name="Printed" hidden="1"/>
          <p:cNvSpPr txBox="1">
            <a:spLocks noChangeArrowheads="1"/>
          </p:cNvSpPr>
          <p:nvPr/>
        </p:nvSpPr>
        <p:spPr bwMode="gray">
          <a:xfrm rot="5400000">
            <a:off x="11225216" y="4197039"/>
            <a:ext cx="1743510" cy="96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lang="x-none" sz="16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lang="x-none"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lang="x-none"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lang="x-none"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lang="x-none"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lang="x-none"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lang="x-none"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lang="x-none"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lang="x-none"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 lang="x-none"/>
            </a:pPr>
            <a:r>
              <a:rPr lang="en-GB" sz="612" baseline="0">
                <a:solidFill>
                  <a:srgbClr val="808080"/>
                </a:solidFill>
                <a:latin typeface="+mn-lt"/>
                <a:ea typeface="+mn-ea"/>
              </a:rPr>
              <a:t>Printed 24/07/2019 19:54 Arabian Standard Time</a:t>
            </a:r>
            <a:endParaRPr lang="x-none" sz="1632" baseline="0" dirty="0">
              <a:solidFill>
                <a:srgbClr val="808080"/>
              </a:solidFill>
              <a:latin typeface="+mn-lt"/>
              <a:ea typeface="+mn-ea"/>
            </a:endParaRPr>
          </a:p>
        </p:txBody>
      </p:sp>
      <p:sp>
        <p:nvSpPr>
          <p:cNvPr id="19" name="Title Placeholder 2"/>
          <p:cNvSpPr>
            <a:spLocks noGrp="1" noChangeArrowheads="1"/>
          </p:cNvSpPr>
          <p:nvPr>
            <p:ph type="title"/>
          </p:nvPr>
        </p:nvSpPr>
        <p:spPr bwMode="gray">
          <a:xfrm>
            <a:off x="164147" y="234865"/>
            <a:ext cx="11725484" cy="3140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 latinLnBrk="0"/>
            <a:r>
              <a:rPr lang="en-US"/>
              <a:t>Click to edit Master title style</a:t>
            </a:r>
            <a:endParaRPr lang="x-none" noProof="0" dirty="0"/>
          </a:p>
        </p:txBody>
      </p:sp>
      <p:sp>
        <p:nvSpPr>
          <p:cNvPr id="10" name="1. On-page tracker" hidden="1"/>
          <p:cNvSpPr>
            <a:spLocks noChangeArrowheads="1"/>
          </p:cNvSpPr>
          <p:nvPr/>
        </p:nvSpPr>
        <p:spPr bwMode="gray">
          <a:xfrm>
            <a:off x="161986" y="77304"/>
            <a:ext cx="511939" cy="1280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x-none" sz="816" cap="all" baseline="0" dirty="0">
                <a:solidFill>
                  <a:schemeClr val="accent6"/>
                </a:solidFill>
                <a:latin typeface="+mn-lt"/>
                <a:ea typeface="+mn-ea"/>
              </a:rPr>
              <a:t>TRACKER</a:t>
            </a:r>
          </a:p>
        </p:txBody>
      </p:sp>
      <p:sp>
        <p:nvSpPr>
          <p:cNvPr id="11" name="3. Unit of measure" hidden="1"/>
          <p:cNvSpPr txBox="1">
            <a:spLocks noChangeArrowheads="1"/>
          </p:cNvSpPr>
          <p:nvPr/>
        </p:nvSpPr>
        <p:spPr bwMode="gray">
          <a:xfrm>
            <a:off x="161987" y="566137"/>
            <a:ext cx="11725484" cy="2562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defTabSz="895350">
              <a:defRPr lang="x-none" sz="2400">
                <a:solidFill>
                  <a:schemeClr val="tx1"/>
                </a:solidFill>
                <a:latin typeface="Arial" charset="0"/>
              </a:defRPr>
            </a:lvl1pPr>
            <a:lvl2pPr marL="447675" defTabSz="895350">
              <a:defRPr lang="x-none" sz="2400">
                <a:solidFill>
                  <a:schemeClr val="tx1"/>
                </a:solidFill>
                <a:latin typeface="Arial" charset="0"/>
              </a:defRPr>
            </a:lvl2pPr>
            <a:lvl3pPr marL="895350" defTabSz="895350">
              <a:defRPr lang="x-none" sz="2400">
                <a:solidFill>
                  <a:schemeClr val="tx1"/>
                </a:solidFill>
                <a:latin typeface="Arial" charset="0"/>
              </a:defRPr>
            </a:lvl3pPr>
            <a:lvl4pPr marL="1344613" defTabSz="895350">
              <a:defRPr lang="x-none" sz="2400">
                <a:solidFill>
                  <a:schemeClr val="tx1"/>
                </a:solidFill>
                <a:latin typeface="Arial" charset="0"/>
              </a:defRPr>
            </a:lvl4pPr>
            <a:lvl5pPr marL="1792288" defTabSz="895350">
              <a:defRPr lang="x-none" sz="2400">
                <a:solidFill>
                  <a:schemeClr val="tx1"/>
                </a:solidFill>
                <a:latin typeface="Arial" charset="0"/>
              </a:defRPr>
            </a:lvl5pPr>
            <a:lvl6pPr marL="2249488" defTabSz="895350" fontAlgn="base">
              <a:spcBef>
                <a:spcPct val="0"/>
              </a:spcBef>
              <a:spcAft>
                <a:spcPct val="0"/>
              </a:spcAft>
              <a:defRPr lang="x-none" sz="2400">
                <a:solidFill>
                  <a:schemeClr val="tx1"/>
                </a:solidFill>
                <a:latin typeface="Arial" charset="0"/>
              </a:defRPr>
            </a:lvl6pPr>
            <a:lvl7pPr marL="2706688" defTabSz="895350" fontAlgn="base">
              <a:spcBef>
                <a:spcPct val="0"/>
              </a:spcBef>
              <a:spcAft>
                <a:spcPct val="0"/>
              </a:spcAft>
              <a:defRPr lang="x-none" sz="2400">
                <a:solidFill>
                  <a:schemeClr val="tx1"/>
                </a:solidFill>
                <a:latin typeface="Arial" charset="0"/>
              </a:defRPr>
            </a:lvl7pPr>
            <a:lvl8pPr marL="3163888" defTabSz="895350" fontAlgn="base">
              <a:spcBef>
                <a:spcPct val="0"/>
              </a:spcBef>
              <a:spcAft>
                <a:spcPct val="0"/>
              </a:spcAft>
              <a:defRPr lang="x-none" sz="2400">
                <a:solidFill>
                  <a:schemeClr val="tx1"/>
                </a:solidFill>
                <a:latin typeface="Arial" charset="0"/>
              </a:defRPr>
            </a:lvl8pPr>
            <a:lvl9pPr marL="3621088" defTabSz="895350" fontAlgn="base">
              <a:spcBef>
                <a:spcPct val="0"/>
              </a:spcBef>
              <a:spcAft>
                <a:spcPct val="0"/>
              </a:spcAft>
              <a:defRPr lang="x-none"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defRPr lang="x-none"/>
            </a:pPr>
            <a:r>
              <a:rPr lang="x-none" sz="1632" baseline="0" dirty="0">
                <a:solidFill>
                  <a:schemeClr val="accent6"/>
                </a:solidFill>
                <a:latin typeface="+mn-lt"/>
                <a:ea typeface="+mn-ea"/>
              </a:rPr>
              <a:t>Unit of measure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2696616" y="2715745"/>
            <a:ext cx="5853024" cy="1256112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 latinLnBrk="0"/>
            <a:r>
              <a:rPr lang="en-US"/>
              <a:t>Click to edit Master text styles</a:t>
            </a:r>
          </a:p>
          <a:p>
            <a:pPr lvl="1" latinLnBrk="0"/>
            <a:r>
              <a:rPr lang="en-US"/>
              <a:t>Second level</a:t>
            </a:r>
          </a:p>
          <a:p>
            <a:pPr lvl="2" latinLnBrk="0"/>
            <a:r>
              <a:rPr lang="en-US"/>
              <a:t>Third level</a:t>
            </a:r>
          </a:p>
          <a:p>
            <a:pPr lvl="3" latinLnBrk="0"/>
            <a:r>
              <a:rPr lang="en-US"/>
              <a:t>Fourth level</a:t>
            </a:r>
          </a:p>
          <a:p>
            <a:pPr lvl="4" latinLnBrk="0"/>
            <a:r>
              <a:rPr lang="en-US"/>
              <a:t>Fifth level</a:t>
            </a:r>
            <a:endParaRPr lang="x-none" dirty="0"/>
          </a:p>
        </p:txBody>
      </p:sp>
      <p:grpSp>
        <p:nvGrpSpPr>
          <p:cNvPr id="15" name="ACET" hidden="1"/>
          <p:cNvGrpSpPr>
            <a:grpSpLocks/>
          </p:cNvGrpSpPr>
          <p:nvPr/>
        </p:nvGrpSpPr>
        <p:grpSpPr bwMode="gray">
          <a:xfrm>
            <a:off x="2696615" y="1995073"/>
            <a:ext cx="5801188" cy="531276"/>
            <a:chOff x="915" y="702"/>
            <a:chExt cx="2686" cy="328"/>
          </a:xfrm>
        </p:grpSpPr>
        <p:cxnSp>
          <p:nvCxnSpPr>
            <p:cNvPr id="16" name="AutoShape 249"/>
            <p:cNvCxnSpPr>
              <a:cxnSpLocks noChangeShapeType="1"/>
              <a:stCxn id="18" idx="4"/>
              <a:endCxn id="18" idx="6"/>
            </p:cNvCxnSpPr>
            <p:nvPr/>
          </p:nvCxnSpPr>
          <p:spPr bwMode="gray">
            <a:xfrm>
              <a:off x="915" y="1030"/>
              <a:ext cx="2686" cy="0"/>
            </a:xfrm>
            <a:prstGeom prst="straightConnector1">
              <a:avLst/>
            </a:prstGeom>
            <a:noFill/>
            <a:ln w="9525">
              <a:solidFill>
                <a:schemeClr val="accent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8" name="AutoShape 250"/>
            <p:cNvSpPr>
              <a:spLocks noChangeArrowheads="1"/>
            </p:cNvSpPr>
            <p:nvPr/>
          </p:nvSpPr>
          <p:spPr bwMode="gray">
            <a:xfrm>
              <a:off x="915" y="702"/>
              <a:ext cx="2686" cy="328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18288" anchor="b">
              <a:spAutoFit/>
            </a:bodyPr>
            <a:lstStyle/>
            <a:p>
              <a:r>
                <a:rPr lang="x-none" sz="1632" b="1" baseline="0" dirty="0">
                  <a:solidFill>
                    <a:srgbClr val="000000"/>
                  </a:solidFill>
                  <a:latin typeface="+mn-lt"/>
                  <a:ea typeface="+mn-ea"/>
                </a:rPr>
                <a:t>Title</a:t>
              </a:r>
            </a:p>
            <a:p>
              <a:r>
                <a:rPr lang="x-none" sz="1632" baseline="0" dirty="0">
                  <a:solidFill>
                    <a:srgbClr val="808080"/>
                  </a:solidFill>
                  <a:latin typeface="+mn-lt"/>
                  <a:ea typeface="+mn-ea"/>
                </a:rPr>
                <a:t>Unit of measure</a:t>
              </a:r>
            </a:p>
          </p:txBody>
        </p:sp>
      </p:grpSp>
      <p:sp>
        <p:nvSpPr>
          <p:cNvPr id="64" name="Rectangle 63"/>
          <p:cNvSpPr/>
          <p:nvPr userDrawn="1"/>
        </p:nvSpPr>
        <p:spPr bwMode="ltGray">
          <a:xfrm>
            <a:off x="1" y="6560370"/>
            <a:ext cx="12192000" cy="297630"/>
          </a:xfrm>
          <a:prstGeom prst="rect">
            <a:avLst/>
          </a:prstGeom>
          <a:solidFill>
            <a:srgbClr val="152A3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297" tIns="46649" rIns="93297" bIns="4664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37" dirty="0">
              <a:solidFill>
                <a:schemeClr val="tx1"/>
              </a:solidFill>
            </a:endParaRPr>
          </a:p>
        </p:txBody>
      </p:sp>
      <p:sp>
        <p:nvSpPr>
          <p:cNvPr id="66" name="Slide Number"/>
          <p:cNvSpPr txBox="1">
            <a:spLocks/>
          </p:cNvSpPr>
          <p:nvPr userDrawn="1"/>
        </p:nvSpPr>
        <p:spPr bwMode="ltGray">
          <a:xfrm>
            <a:off x="11756623" y="6639225"/>
            <a:ext cx="130847" cy="12809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x-none"/>
            </a:defPPr>
            <a:lvl1pPr>
              <a:defRPr lang="x-none" sz="1000" baseline="0">
                <a:latin typeface="+mn-lt"/>
              </a:defRPr>
            </a:lvl1pPr>
          </a:lstStyle>
          <a:p>
            <a:pPr algn="r"/>
            <a:fld id="{42C328C1-A84F-4A39-A664-DBA00541A8C6}" type="slidenum">
              <a:rPr lang="x-none" sz="816" baseline="0" smtClean="0">
                <a:solidFill>
                  <a:schemeClr val="bg1"/>
                </a:solidFill>
                <a:latin typeface="+mn-lt"/>
              </a:rPr>
              <a:pPr algn="r"/>
              <a:t>‹#›</a:t>
            </a:fld>
            <a:endParaRPr lang="x-none" sz="816" baseline="0" dirty="0">
              <a:solidFill>
                <a:schemeClr val="bg1"/>
              </a:solidFill>
              <a:latin typeface="+mn-lt"/>
            </a:endParaRPr>
          </a:p>
        </p:txBody>
      </p:sp>
      <p:grpSp>
        <p:nvGrpSpPr>
          <p:cNvPr id="4" name="Slide Elements" hidden="1"/>
          <p:cNvGrpSpPr>
            <a:grpSpLocks/>
          </p:cNvGrpSpPr>
          <p:nvPr userDrawn="1"/>
        </p:nvGrpSpPr>
        <p:grpSpPr bwMode="gray">
          <a:xfrm>
            <a:off x="161987" y="6377534"/>
            <a:ext cx="11725484" cy="389788"/>
            <a:chOff x="119063" y="6250216"/>
            <a:chExt cx="8618537" cy="382028"/>
          </a:xfrm>
        </p:grpSpPr>
        <p:sp>
          <p:nvSpPr>
            <p:cNvPr id="13" name="4. Footnote"/>
            <p:cNvSpPr txBox="1">
              <a:spLocks noChangeArrowheads="1"/>
            </p:cNvSpPr>
            <p:nvPr/>
          </p:nvSpPr>
          <p:spPr bwMode="gray">
            <a:xfrm>
              <a:off x="119063" y="6250216"/>
              <a:ext cx="8618537" cy="1255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b">
              <a:spAutoFit/>
            </a:bodyPr>
            <a:lstStyle>
              <a:lvl1pPr marL="104775" indent="-104775" defTabSz="895350">
                <a:defRPr lang="x-none" sz="2400">
                  <a:solidFill>
                    <a:schemeClr val="tx1"/>
                  </a:solidFill>
                  <a:latin typeface="Arial" charset="0"/>
                </a:defRPr>
              </a:lvl1pPr>
              <a:lvl2pPr marL="1031875" defTabSz="895350">
                <a:defRPr lang="x-none" sz="2400">
                  <a:solidFill>
                    <a:schemeClr val="tx1"/>
                  </a:solidFill>
                  <a:latin typeface="Arial" charset="0"/>
                </a:defRPr>
              </a:lvl2pPr>
              <a:lvl3pPr marL="1217613" defTabSz="895350">
                <a:defRPr lang="x-none" sz="2400">
                  <a:solidFill>
                    <a:schemeClr val="tx1"/>
                  </a:solidFill>
                  <a:latin typeface="Arial" charset="0"/>
                </a:defRPr>
              </a:lvl3pPr>
              <a:lvl4pPr marL="1404938" defTabSz="895350">
                <a:defRPr lang="x-none" sz="2400">
                  <a:solidFill>
                    <a:schemeClr val="tx1"/>
                  </a:solidFill>
                  <a:latin typeface="Arial" charset="0"/>
                </a:defRPr>
              </a:lvl4pPr>
              <a:lvl5pPr marL="1792288" defTabSz="895350">
                <a:defRPr lang="x-none" sz="2400">
                  <a:solidFill>
                    <a:schemeClr val="tx1"/>
                  </a:solidFill>
                  <a:latin typeface="Arial" charset="0"/>
                </a:defRPr>
              </a:lvl5pPr>
              <a:lvl6pPr marL="2249488" defTabSz="895350" fontAlgn="base">
                <a:spcBef>
                  <a:spcPct val="0"/>
                </a:spcBef>
                <a:spcAft>
                  <a:spcPct val="0"/>
                </a:spcAft>
                <a:defRPr lang="x-none" sz="2400">
                  <a:solidFill>
                    <a:schemeClr val="tx1"/>
                  </a:solidFill>
                  <a:latin typeface="Arial" charset="0"/>
                </a:defRPr>
              </a:lvl6pPr>
              <a:lvl7pPr marL="2706688" defTabSz="895350" fontAlgn="base">
                <a:spcBef>
                  <a:spcPct val="0"/>
                </a:spcBef>
                <a:spcAft>
                  <a:spcPct val="0"/>
                </a:spcAft>
                <a:defRPr lang="x-none" sz="2400">
                  <a:solidFill>
                    <a:schemeClr val="tx1"/>
                  </a:solidFill>
                  <a:latin typeface="Arial" charset="0"/>
                </a:defRPr>
              </a:lvl7pPr>
              <a:lvl8pPr marL="3163888" defTabSz="895350" fontAlgn="base">
                <a:spcBef>
                  <a:spcPct val="0"/>
                </a:spcBef>
                <a:spcAft>
                  <a:spcPct val="0"/>
                </a:spcAft>
                <a:defRPr lang="x-none" sz="2400">
                  <a:solidFill>
                    <a:schemeClr val="tx1"/>
                  </a:solidFill>
                  <a:latin typeface="Arial" charset="0"/>
                </a:defRPr>
              </a:lvl8pPr>
              <a:lvl9pPr marL="3621088" defTabSz="895350" fontAlgn="base">
                <a:spcBef>
                  <a:spcPct val="0"/>
                </a:spcBef>
                <a:spcAft>
                  <a:spcPct val="0"/>
                </a:spcAft>
                <a:defRPr lang="x-none"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marL="85846" indent="-85846">
                <a:defRPr lang="x-none"/>
              </a:pPr>
              <a:r>
                <a:rPr lang="x-none" sz="816" baseline="0" dirty="0">
                  <a:solidFill>
                    <a:srgbClr val="808080"/>
                  </a:solidFill>
                  <a:latin typeface="+mn-lt"/>
                  <a:ea typeface="+mn-ea"/>
                </a:rPr>
                <a:t>1 Footnote</a:t>
              </a:r>
            </a:p>
          </p:txBody>
        </p:sp>
        <p:sp>
          <p:nvSpPr>
            <p:cNvPr id="14" name="5. Source"/>
            <p:cNvSpPr>
              <a:spLocks noChangeArrowheads="1"/>
            </p:cNvSpPr>
            <p:nvPr/>
          </p:nvSpPr>
          <p:spPr bwMode="gray">
            <a:xfrm>
              <a:off x="119063" y="6506697"/>
              <a:ext cx="7690797" cy="1255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marL="524791" indent="-524791" defTabSz="913526">
                <a:tabLst>
                  <a:tab pos="625214" algn="l"/>
                </a:tabLst>
              </a:pPr>
              <a:r>
                <a:rPr lang="en-US" sz="816" baseline="0">
                  <a:solidFill>
                    <a:schemeClr val="bg1"/>
                  </a:solidFill>
                  <a:latin typeface="+mn-lt"/>
                  <a:ea typeface="+mn-ea"/>
                </a:rPr>
                <a:t>SOURCE: </a:t>
              </a:r>
              <a:r>
                <a:rPr lang="x-none" sz="816" baseline="0">
                  <a:solidFill>
                    <a:schemeClr val="bg1"/>
                  </a:solidFill>
                  <a:latin typeface="+mn-lt"/>
                  <a:ea typeface="+mn-ea"/>
                </a:rPr>
                <a:t>Source</a:t>
              </a:r>
              <a:endParaRPr lang="x-none" sz="816" baseline="0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</p:grpSp>
      <p:grpSp>
        <p:nvGrpSpPr>
          <p:cNvPr id="67" name="LegendBoxes" hidden="1"/>
          <p:cNvGrpSpPr>
            <a:grpSpLocks/>
          </p:cNvGrpSpPr>
          <p:nvPr userDrawn="1"/>
        </p:nvGrpSpPr>
        <p:grpSpPr bwMode="auto">
          <a:xfrm>
            <a:off x="11108361" y="275438"/>
            <a:ext cx="788828" cy="1022061"/>
            <a:chOff x="4936" y="176"/>
            <a:chExt cx="487" cy="631"/>
          </a:xfrm>
        </p:grpSpPr>
        <p:sp>
          <p:nvSpPr>
            <p:cNvPr id="68" name="Legend1"/>
            <p:cNvSpPr>
              <a:spLocks noChangeArrowheads="1"/>
            </p:cNvSpPr>
            <p:nvPr/>
          </p:nvSpPr>
          <p:spPr bwMode="auto">
            <a:xfrm>
              <a:off x="5096" y="176"/>
              <a:ext cx="327" cy="1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>
                <a:buClr>
                  <a:schemeClr val="tx2"/>
                </a:buClr>
              </a:pPr>
              <a:r>
                <a:rPr lang="en-US" sz="1224" dirty="0">
                  <a:latin typeface="+mn-lt"/>
                </a:rPr>
                <a:t>Legend</a:t>
              </a:r>
            </a:p>
          </p:txBody>
        </p:sp>
        <p:sp>
          <p:nvSpPr>
            <p:cNvPr id="69" name="LegendRectangle1"/>
            <p:cNvSpPr>
              <a:spLocks noChangeArrowheads="1"/>
            </p:cNvSpPr>
            <p:nvPr/>
          </p:nvSpPr>
          <p:spPr bwMode="auto">
            <a:xfrm>
              <a:off x="4936" y="183"/>
              <a:ext cx="104" cy="10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808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224" dirty="0">
                <a:latin typeface="+mn-lt"/>
              </a:endParaRPr>
            </a:p>
          </p:txBody>
        </p:sp>
        <p:sp>
          <p:nvSpPr>
            <p:cNvPr id="70" name="Legend2"/>
            <p:cNvSpPr>
              <a:spLocks noChangeArrowheads="1"/>
            </p:cNvSpPr>
            <p:nvPr/>
          </p:nvSpPr>
          <p:spPr bwMode="auto">
            <a:xfrm>
              <a:off x="5096" y="346"/>
              <a:ext cx="327" cy="1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>
                <a:buClr>
                  <a:schemeClr val="tx2"/>
                </a:buClr>
              </a:pPr>
              <a:r>
                <a:rPr lang="en-US" sz="1224" dirty="0">
                  <a:latin typeface="+mn-lt"/>
                </a:rPr>
                <a:t>Legend</a:t>
              </a:r>
            </a:p>
          </p:txBody>
        </p:sp>
        <p:sp>
          <p:nvSpPr>
            <p:cNvPr id="71" name="LegendRectangle2"/>
            <p:cNvSpPr>
              <a:spLocks noChangeArrowheads="1"/>
            </p:cNvSpPr>
            <p:nvPr/>
          </p:nvSpPr>
          <p:spPr bwMode="auto">
            <a:xfrm>
              <a:off x="4936" y="353"/>
              <a:ext cx="104" cy="101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rgbClr val="808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224" dirty="0">
                <a:latin typeface="+mn-lt"/>
              </a:endParaRPr>
            </a:p>
          </p:txBody>
        </p:sp>
        <p:sp>
          <p:nvSpPr>
            <p:cNvPr id="72" name="Legend3"/>
            <p:cNvSpPr>
              <a:spLocks noChangeArrowheads="1"/>
            </p:cNvSpPr>
            <p:nvPr/>
          </p:nvSpPr>
          <p:spPr bwMode="auto">
            <a:xfrm>
              <a:off x="5096" y="517"/>
              <a:ext cx="327" cy="1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>
                <a:buClr>
                  <a:schemeClr val="tx2"/>
                </a:buClr>
              </a:pPr>
              <a:r>
                <a:rPr lang="en-US" sz="1224" dirty="0">
                  <a:latin typeface="+mn-lt"/>
                </a:rPr>
                <a:t>Legend</a:t>
              </a:r>
            </a:p>
          </p:txBody>
        </p:sp>
        <p:sp>
          <p:nvSpPr>
            <p:cNvPr id="73" name="LegendRectangle3"/>
            <p:cNvSpPr>
              <a:spLocks noChangeArrowheads="1"/>
            </p:cNvSpPr>
            <p:nvPr/>
          </p:nvSpPr>
          <p:spPr bwMode="auto">
            <a:xfrm>
              <a:off x="4936" y="524"/>
              <a:ext cx="104" cy="101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rgbClr val="808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224" dirty="0">
                <a:latin typeface="+mn-lt"/>
              </a:endParaRPr>
            </a:p>
          </p:txBody>
        </p:sp>
        <p:sp>
          <p:nvSpPr>
            <p:cNvPr id="74" name="Legend4"/>
            <p:cNvSpPr>
              <a:spLocks noChangeArrowheads="1"/>
            </p:cNvSpPr>
            <p:nvPr/>
          </p:nvSpPr>
          <p:spPr bwMode="auto">
            <a:xfrm>
              <a:off x="5096" y="688"/>
              <a:ext cx="327" cy="1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>
                <a:buClr>
                  <a:schemeClr val="tx2"/>
                </a:buClr>
              </a:pPr>
              <a:r>
                <a:rPr lang="en-US" sz="1224" dirty="0">
                  <a:latin typeface="+mn-lt"/>
                </a:rPr>
                <a:t>Legend</a:t>
              </a:r>
            </a:p>
          </p:txBody>
        </p:sp>
        <p:sp>
          <p:nvSpPr>
            <p:cNvPr id="75" name="LegendRectangle4"/>
            <p:cNvSpPr>
              <a:spLocks noChangeArrowheads="1"/>
            </p:cNvSpPr>
            <p:nvPr/>
          </p:nvSpPr>
          <p:spPr bwMode="auto">
            <a:xfrm>
              <a:off x="4936" y="695"/>
              <a:ext cx="104" cy="101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rgbClr val="808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224" dirty="0">
                <a:latin typeface="+mn-lt"/>
              </a:endParaRPr>
            </a:p>
          </p:txBody>
        </p:sp>
      </p:grpSp>
      <p:grpSp>
        <p:nvGrpSpPr>
          <p:cNvPr id="76" name="LegendLines" hidden="1"/>
          <p:cNvGrpSpPr>
            <a:grpSpLocks/>
          </p:cNvGrpSpPr>
          <p:nvPr userDrawn="1"/>
        </p:nvGrpSpPr>
        <p:grpSpPr bwMode="auto">
          <a:xfrm>
            <a:off x="10794126" y="275438"/>
            <a:ext cx="1103063" cy="749943"/>
            <a:chOff x="4750" y="176"/>
            <a:chExt cx="681" cy="463"/>
          </a:xfrm>
        </p:grpSpPr>
        <p:sp>
          <p:nvSpPr>
            <p:cNvPr id="77" name="LineLegend1"/>
            <p:cNvSpPr>
              <a:spLocks noChangeShapeType="1"/>
            </p:cNvSpPr>
            <p:nvPr/>
          </p:nvSpPr>
          <p:spPr bwMode="auto">
            <a:xfrm>
              <a:off x="4750" y="233"/>
              <a:ext cx="288" cy="0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224" dirty="0">
                <a:latin typeface="+mn-lt"/>
              </a:endParaRPr>
            </a:p>
          </p:txBody>
        </p:sp>
        <p:sp>
          <p:nvSpPr>
            <p:cNvPr id="78" name="LineLegend2"/>
            <p:cNvSpPr>
              <a:spLocks noChangeShapeType="1"/>
            </p:cNvSpPr>
            <p:nvPr/>
          </p:nvSpPr>
          <p:spPr bwMode="auto">
            <a:xfrm>
              <a:off x="4750" y="402"/>
              <a:ext cx="288" cy="0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224" dirty="0">
                <a:latin typeface="+mn-lt"/>
              </a:endParaRPr>
            </a:p>
          </p:txBody>
        </p:sp>
        <p:sp>
          <p:nvSpPr>
            <p:cNvPr id="79" name="LineLegend3"/>
            <p:cNvSpPr>
              <a:spLocks noChangeShapeType="1"/>
            </p:cNvSpPr>
            <p:nvPr/>
          </p:nvSpPr>
          <p:spPr bwMode="auto">
            <a:xfrm>
              <a:off x="4750" y="577"/>
              <a:ext cx="288" cy="0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224" dirty="0">
                <a:latin typeface="+mn-lt"/>
              </a:endParaRPr>
            </a:p>
          </p:txBody>
        </p:sp>
        <p:sp>
          <p:nvSpPr>
            <p:cNvPr id="80" name="Legend1"/>
            <p:cNvSpPr>
              <a:spLocks noChangeArrowheads="1"/>
            </p:cNvSpPr>
            <p:nvPr/>
          </p:nvSpPr>
          <p:spPr bwMode="auto">
            <a:xfrm>
              <a:off x="5104" y="176"/>
              <a:ext cx="327" cy="1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>
                <a:buClr>
                  <a:schemeClr val="tx2"/>
                </a:buClr>
              </a:pPr>
              <a:r>
                <a:rPr lang="en-US" sz="1224" dirty="0">
                  <a:latin typeface="+mn-lt"/>
                </a:rPr>
                <a:t>Legend</a:t>
              </a:r>
            </a:p>
          </p:txBody>
        </p:sp>
        <p:sp>
          <p:nvSpPr>
            <p:cNvPr id="81" name="Legend2"/>
            <p:cNvSpPr>
              <a:spLocks noChangeArrowheads="1"/>
            </p:cNvSpPr>
            <p:nvPr/>
          </p:nvSpPr>
          <p:spPr bwMode="auto">
            <a:xfrm>
              <a:off x="5104" y="344"/>
              <a:ext cx="327" cy="1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>
                <a:buClr>
                  <a:schemeClr val="tx2"/>
                </a:buClr>
              </a:pPr>
              <a:r>
                <a:rPr lang="en-US" sz="1224" dirty="0">
                  <a:latin typeface="+mn-lt"/>
                </a:rPr>
                <a:t>Legend</a:t>
              </a:r>
            </a:p>
          </p:txBody>
        </p:sp>
        <p:sp>
          <p:nvSpPr>
            <p:cNvPr id="82" name="Legend3"/>
            <p:cNvSpPr>
              <a:spLocks noChangeArrowheads="1"/>
            </p:cNvSpPr>
            <p:nvPr/>
          </p:nvSpPr>
          <p:spPr bwMode="auto">
            <a:xfrm>
              <a:off x="5104" y="520"/>
              <a:ext cx="327" cy="1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>
                <a:buClr>
                  <a:schemeClr val="tx2"/>
                </a:buClr>
              </a:pPr>
              <a:r>
                <a:rPr lang="en-US" sz="1224" dirty="0">
                  <a:latin typeface="+mn-lt"/>
                </a:rPr>
                <a:t>Legend</a:t>
              </a:r>
            </a:p>
          </p:txBody>
        </p:sp>
      </p:grpSp>
      <p:grpSp>
        <p:nvGrpSpPr>
          <p:cNvPr id="83" name="McKSticker" hidden="1"/>
          <p:cNvGrpSpPr/>
          <p:nvPr userDrawn="1"/>
        </p:nvGrpSpPr>
        <p:grpSpPr bwMode="auto">
          <a:xfrm>
            <a:off x="11134642" y="275439"/>
            <a:ext cx="752829" cy="156360"/>
            <a:chOff x="8002944" y="285750"/>
            <a:chExt cx="737831" cy="153247"/>
          </a:xfrm>
        </p:grpSpPr>
        <p:sp>
          <p:nvSpPr>
            <p:cNvPr id="84" name="StickerRectangle"/>
            <p:cNvSpPr>
              <a:spLocks noChangeArrowheads="1"/>
            </p:cNvSpPr>
            <p:nvPr/>
          </p:nvSpPr>
          <p:spPr bwMode="auto">
            <a:xfrm>
              <a:off x="8002944" y="285750"/>
              <a:ext cx="737831" cy="153247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27432" tIns="0" rIns="0" bIns="27432">
              <a:spAutoFit/>
            </a:bodyPr>
            <a:lstStyle/>
            <a:p>
              <a:pPr algn="r" defTabSz="913526">
                <a:buClr>
                  <a:schemeClr val="tx2"/>
                </a:buClr>
              </a:pPr>
              <a:r>
                <a:rPr lang="en-US" sz="816" baseline="0" dirty="0">
                  <a:solidFill>
                    <a:srgbClr val="808080"/>
                  </a:solidFill>
                  <a:latin typeface="+mn-lt"/>
                </a:rPr>
                <a:t>PRELIMINARY</a:t>
              </a:r>
            </a:p>
          </p:txBody>
        </p:sp>
        <p:cxnSp>
          <p:nvCxnSpPr>
            <p:cNvPr id="85" name="AutoShape 31"/>
            <p:cNvCxnSpPr>
              <a:cxnSpLocks noChangeShapeType="1"/>
              <a:stCxn id="84" idx="2"/>
              <a:endCxn id="84" idx="4"/>
            </p:cNvCxnSpPr>
            <p:nvPr/>
          </p:nvCxnSpPr>
          <p:spPr bwMode="auto">
            <a:xfrm>
              <a:off x="8002944" y="285750"/>
              <a:ext cx="0" cy="153247"/>
            </a:xfrm>
            <a:prstGeom prst="straightConnector1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6" name="AutoShape 32"/>
            <p:cNvCxnSpPr>
              <a:cxnSpLocks noChangeShapeType="1"/>
              <a:stCxn id="84" idx="4"/>
              <a:endCxn id="84" idx="6"/>
            </p:cNvCxnSpPr>
            <p:nvPr/>
          </p:nvCxnSpPr>
          <p:spPr bwMode="auto">
            <a:xfrm>
              <a:off x="8002944" y="438997"/>
              <a:ext cx="737831" cy="0"/>
            </a:xfrm>
            <a:prstGeom prst="straightConnector1">
              <a:avLst/>
            </a:prstGeom>
            <a:noFill/>
            <a:ln w="25400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87" name="LegendMoons" hidden="1"/>
          <p:cNvGrpSpPr/>
          <p:nvPr userDrawn="1"/>
        </p:nvGrpSpPr>
        <p:grpSpPr bwMode="auto">
          <a:xfrm>
            <a:off x="11040160" y="275438"/>
            <a:ext cx="857123" cy="1333054"/>
            <a:chOff x="6655594" y="273840"/>
            <a:chExt cx="840048" cy="1306516"/>
          </a:xfrm>
        </p:grpSpPr>
        <p:grpSp>
          <p:nvGrpSpPr>
            <p:cNvPr id="88" name="MoonLegend1"/>
            <p:cNvGrpSpPr>
              <a:grpSpLocks noChangeAspect="1"/>
            </p:cNvGrpSpPr>
            <p:nvPr>
              <p:custDataLst>
                <p:tags r:id="rId11"/>
              </p:custDataLst>
            </p:nvPr>
          </p:nvGrpSpPr>
          <p:grpSpPr bwMode="auto">
            <a:xfrm>
              <a:off x="6655594" y="273840"/>
              <a:ext cx="209550" cy="209551"/>
              <a:chOff x="4533" y="183"/>
              <a:chExt cx="144" cy="144"/>
            </a:xfrm>
          </p:grpSpPr>
          <p:sp>
            <p:nvSpPr>
              <p:cNvPr id="106" name="Oval 38"/>
              <p:cNvSpPr>
                <a:spLocks noChangeAspect="1" noChangeArrowheads="1"/>
              </p:cNvSpPr>
              <p:nvPr>
                <p:custDataLst>
                  <p:tags r:id="rId24"/>
                </p:custDataLst>
              </p:nvPr>
            </p:nvSpPr>
            <p:spPr bwMode="auto">
              <a:xfrm>
                <a:off x="4533" y="183"/>
                <a:ext cx="144" cy="144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224" dirty="0">
                  <a:latin typeface="+mn-lt"/>
                </a:endParaRPr>
              </a:p>
            </p:txBody>
          </p:sp>
          <p:sp>
            <p:nvSpPr>
              <p:cNvPr id="107" name="Arc 39"/>
              <p:cNvSpPr>
                <a:spLocks noChangeAspect="1"/>
              </p:cNvSpPr>
              <p:nvPr>
                <p:custDataLst>
                  <p:tags r:id="rId25"/>
                </p:custDataLst>
              </p:nvPr>
            </p:nvSpPr>
            <p:spPr bwMode="auto">
              <a:xfrm>
                <a:off x="4533" y="183"/>
                <a:ext cx="144" cy="144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folHlink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224" dirty="0">
                  <a:latin typeface="+mn-lt"/>
                </a:endParaRPr>
              </a:p>
            </p:txBody>
          </p:sp>
        </p:grpSp>
        <p:grpSp>
          <p:nvGrpSpPr>
            <p:cNvPr id="89" name="MoonLegend2"/>
            <p:cNvGrpSpPr>
              <a:grpSpLocks noChangeAspect="1"/>
            </p:cNvGrpSpPr>
            <p:nvPr>
              <p:custDataLst>
                <p:tags r:id="rId12"/>
              </p:custDataLst>
            </p:nvPr>
          </p:nvGrpSpPr>
          <p:grpSpPr bwMode="auto">
            <a:xfrm>
              <a:off x="6655594" y="548081"/>
              <a:ext cx="209550" cy="209551"/>
              <a:chOff x="1694" y="2044"/>
              <a:chExt cx="160" cy="160"/>
            </a:xfrm>
          </p:grpSpPr>
          <p:sp>
            <p:nvSpPr>
              <p:cNvPr id="104" name="Oval 41"/>
              <p:cNvSpPr>
                <a:spLocks noChangeAspect="1" noChangeArrowheads="1"/>
              </p:cNvSpPr>
              <p:nvPr>
                <p:custDataLst>
                  <p:tags r:id="rId22"/>
                </p:custDataLst>
              </p:nvPr>
            </p:nvSpPr>
            <p:spPr bwMode="auto">
              <a:xfrm>
                <a:off x="1694" y="2044"/>
                <a:ext cx="160" cy="16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224" dirty="0">
                  <a:latin typeface="+mn-lt"/>
                </a:endParaRPr>
              </a:p>
            </p:txBody>
          </p:sp>
          <p:sp>
            <p:nvSpPr>
              <p:cNvPr id="105" name="Arc 42"/>
              <p:cNvSpPr>
                <a:spLocks noChangeAspect="1"/>
              </p:cNvSpPr>
              <p:nvPr>
                <p:custDataLst>
                  <p:tags r:id="rId23"/>
                </p:custDataLst>
              </p:nvPr>
            </p:nvSpPr>
            <p:spPr bwMode="auto">
              <a:xfrm>
                <a:off x="1694" y="2044"/>
                <a:ext cx="160" cy="160"/>
              </a:xfrm>
              <a:prstGeom prst="arc">
                <a:avLst/>
              </a:prstGeom>
              <a:solidFill>
                <a:schemeClr val="folHlink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224" dirty="0">
                  <a:latin typeface="+mn-lt"/>
                </a:endParaRPr>
              </a:p>
            </p:txBody>
          </p:sp>
        </p:grpSp>
        <p:grpSp>
          <p:nvGrpSpPr>
            <p:cNvPr id="90" name="MoonLegend4"/>
            <p:cNvGrpSpPr>
              <a:grpSpLocks noChangeAspect="1"/>
            </p:cNvGrpSpPr>
            <p:nvPr>
              <p:custDataLst>
                <p:tags r:id="rId13"/>
              </p:custDataLst>
            </p:nvPr>
          </p:nvGrpSpPr>
          <p:grpSpPr bwMode="auto">
            <a:xfrm>
              <a:off x="6655594" y="1096563"/>
              <a:ext cx="209550" cy="209551"/>
              <a:chOff x="4495" y="1198"/>
              <a:chExt cx="160" cy="160"/>
            </a:xfrm>
          </p:grpSpPr>
          <p:sp>
            <p:nvSpPr>
              <p:cNvPr id="102" name="Oval 47"/>
              <p:cNvSpPr>
                <a:spLocks noChangeAspect="1" noChangeArrowheads="1"/>
              </p:cNvSpPr>
              <p:nvPr>
                <p:custDataLst>
                  <p:tags r:id="rId20"/>
                </p:custDataLst>
              </p:nvPr>
            </p:nvSpPr>
            <p:spPr bwMode="auto">
              <a:xfrm>
                <a:off x="4495" y="1198"/>
                <a:ext cx="160" cy="16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224" dirty="0">
                  <a:latin typeface="+mn-lt"/>
                </a:endParaRPr>
              </a:p>
            </p:txBody>
          </p:sp>
          <p:sp>
            <p:nvSpPr>
              <p:cNvPr id="103" name="Arc 48"/>
              <p:cNvSpPr>
                <a:spLocks noChangeAspect="1"/>
              </p:cNvSpPr>
              <p:nvPr>
                <p:custDataLst>
                  <p:tags r:id="rId21"/>
                </p:custDataLst>
              </p:nvPr>
            </p:nvSpPr>
            <p:spPr bwMode="auto">
              <a:xfrm>
                <a:off x="4495" y="1198"/>
                <a:ext cx="160" cy="16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folHlink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224" dirty="0">
                  <a:latin typeface="+mn-lt"/>
                </a:endParaRPr>
              </a:p>
            </p:txBody>
          </p:sp>
        </p:grpSp>
        <p:grpSp>
          <p:nvGrpSpPr>
            <p:cNvPr id="91" name="MoonLegend5"/>
            <p:cNvGrpSpPr>
              <a:grpSpLocks noChangeAspect="1"/>
            </p:cNvGrpSpPr>
            <p:nvPr>
              <p:custDataLst>
                <p:tags r:id="rId14"/>
              </p:custDataLst>
            </p:nvPr>
          </p:nvGrpSpPr>
          <p:grpSpPr bwMode="auto">
            <a:xfrm>
              <a:off x="6655594" y="1370805"/>
              <a:ext cx="209550" cy="209551"/>
              <a:chOff x="4495" y="1440"/>
              <a:chExt cx="160" cy="160"/>
            </a:xfrm>
          </p:grpSpPr>
          <p:sp>
            <p:nvSpPr>
              <p:cNvPr id="100" name="Oval 50"/>
              <p:cNvSpPr>
                <a:spLocks noChangeAspect="1" noChangeArrowheads="1"/>
              </p:cNvSpPr>
              <p:nvPr>
                <p:custDataLst>
                  <p:tags r:id="rId18"/>
                </p:custDataLst>
              </p:nvPr>
            </p:nvSpPr>
            <p:spPr bwMode="auto">
              <a:xfrm>
                <a:off x="4495" y="1440"/>
                <a:ext cx="160" cy="16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224" dirty="0">
                  <a:latin typeface="+mn-lt"/>
                </a:endParaRPr>
              </a:p>
            </p:txBody>
          </p:sp>
          <p:sp>
            <p:nvSpPr>
              <p:cNvPr id="101" name="Oval 51"/>
              <p:cNvSpPr>
                <a:spLocks noChangeAspect="1" noChangeArrowheads="1"/>
              </p:cNvSpPr>
              <p:nvPr>
                <p:custDataLst>
                  <p:tags r:id="rId19"/>
                </p:custDataLst>
              </p:nvPr>
            </p:nvSpPr>
            <p:spPr bwMode="auto">
              <a:xfrm>
                <a:off x="4495" y="1440"/>
                <a:ext cx="160" cy="16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folHlink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224" dirty="0">
                  <a:latin typeface="+mn-lt"/>
                </a:endParaRPr>
              </a:p>
            </p:txBody>
          </p:sp>
        </p:grpSp>
        <p:sp>
          <p:nvSpPr>
            <p:cNvPr id="92" name="Legend1"/>
            <p:cNvSpPr>
              <a:spLocks noChangeArrowheads="1"/>
            </p:cNvSpPr>
            <p:nvPr/>
          </p:nvSpPr>
          <p:spPr bwMode="auto">
            <a:xfrm>
              <a:off x="6976269" y="286540"/>
              <a:ext cx="519373" cy="1883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>
                <a:buClr>
                  <a:schemeClr val="tx2"/>
                </a:buClr>
              </a:pPr>
              <a:r>
                <a:rPr lang="en-US" sz="1224" dirty="0">
                  <a:latin typeface="+mn-lt"/>
                </a:rPr>
                <a:t>Legend</a:t>
              </a:r>
            </a:p>
          </p:txBody>
        </p:sp>
        <p:sp>
          <p:nvSpPr>
            <p:cNvPr id="93" name="Legend2"/>
            <p:cNvSpPr>
              <a:spLocks noChangeArrowheads="1"/>
            </p:cNvSpPr>
            <p:nvPr/>
          </p:nvSpPr>
          <p:spPr bwMode="auto">
            <a:xfrm>
              <a:off x="6976269" y="561178"/>
              <a:ext cx="519373" cy="1883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>
                <a:buClr>
                  <a:schemeClr val="tx2"/>
                </a:buClr>
              </a:pPr>
              <a:r>
                <a:rPr lang="en-US" sz="1224" dirty="0">
                  <a:latin typeface="+mn-lt"/>
                </a:rPr>
                <a:t>Legend</a:t>
              </a:r>
            </a:p>
          </p:txBody>
        </p:sp>
        <p:sp>
          <p:nvSpPr>
            <p:cNvPr id="94" name="Legend3"/>
            <p:cNvSpPr>
              <a:spLocks noChangeArrowheads="1"/>
            </p:cNvSpPr>
            <p:nvPr/>
          </p:nvSpPr>
          <p:spPr bwMode="auto">
            <a:xfrm>
              <a:off x="6976269" y="835817"/>
              <a:ext cx="519373" cy="1883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>
                <a:buClr>
                  <a:schemeClr val="tx2"/>
                </a:buClr>
              </a:pPr>
              <a:r>
                <a:rPr lang="en-US" sz="1224" dirty="0">
                  <a:latin typeface="+mn-lt"/>
                </a:rPr>
                <a:t>Legend</a:t>
              </a:r>
            </a:p>
          </p:txBody>
        </p:sp>
        <p:sp>
          <p:nvSpPr>
            <p:cNvPr id="95" name="Legend4"/>
            <p:cNvSpPr>
              <a:spLocks noChangeArrowheads="1"/>
            </p:cNvSpPr>
            <p:nvPr/>
          </p:nvSpPr>
          <p:spPr bwMode="auto">
            <a:xfrm>
              <a:off x="6976269" y="1107280"/>
              <a:ext cx="519373" cy="1883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>
                <a:buClr>
                  <a:schemeClr val="tx2"/>
                </a:buClr>
              </a:pPr>
              <a:r>
                <a:rPr lang="en-US" sz="1224" dirty="0">
                  <a:latin typeface="+mn-lt"/>
                </a:rPr>
                <a:t>Legend</a:t>
              </a:r>
            </a:p>
          </p:txBody>
        </p:sp>
        <p:sp>
          <p:nvSpPr>
            <p:cNvPr id="96" name="Legend5"/>
            <p:cNvSpPr>
              <a:spLocks noChangeArrowheads="1"/>
            </p:cNvSpPr>
            <p:nvPr/>
          </p:nvSpPr>
          <p:spPr bwMode="auto">
            <a:xfrm>
              <a:off x="6976269" y="1383505"/>
              <a:ext cx="519373" cy="1883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>
                <a:buClr>
                  <a:schemeClr val="tx2"/>
                </a:buClr>
              </a:pPr>
              <a:r>
                <a:rPr lang="en-US" sz="1224" dirty="0">
                  <a:latin typeface="+mn-lt"/>
                </a:rPr>
                <a:t>Legend</a:t>
              </a:r>
            </a:p>
          </p:txBody>
        </p:sp>
        <p:grpSp>
          <p:nvGrpSpPr>
            <p:cNvPr id="97" name="MoonLegend3"/>
            <p:cNvGrpSpPr>
              <a:grpSpLocks noChangeAspect="1"/>
            </p:cNvGrpSpPr>
            <p:nvPr>
              <p:custDataLst>
                <p:tags r:id="rId15"/>
              </p:custDataLst>
            </p:nvPr>
          </p:nvGrpSpPr>
          <p:grpSpPr bwMode="auto">
            <a:xfrm>
              <a:off x="6655594" y="822322"/>
              <a:ext cx="209550" cy="209551"/>
              <a:chOff x="4495" y="1198"/>
              <a:chExt cx="160" cy="160"/>
            </a:xfrm>
          </p:grpSpPr>
          <p:sp>
            <p:nvSpPr>
              <p:cNvPr id="98" name="Oval 47"/>
              <p:cNvSpPr>
                <a:spLocks noChangeAspect="1" noChangeArrowheads="1"/>
              </p:cNvSpPr>
              <p:nvPr>
                <p:custDataLst>
                  <p:tags r:id="rId16"/>
                </p:custDataLst>
              </p:nvPr>
            </p:nvSpPr>
            <p:spPr bwMode="auto">
              <a:xfrm>
                <a:off x="4495" y="1198"/>
                <a:ext cx="160" cy="16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224" dirty="0">
                  <a:latin typeface="+mn-lt"/>
                </a:endParaRPr>
              </a:p>
            </p:txBody>
          </p:sp>
          <p:sp>
            <p:nvSpPr>
              <p:cNvPr id="99" name="Arc 48"/>
              <p:cNvSpPr>
                <a:spLocks noChangeAspect="1"/>
              </p:cNvSpPr>
              <p:nvPr>
                <p:custDataLst>
                  <p:tags r:id="rId17"/>
                </p:custDataLst>
              </p:nvPr>
            </p:nvSpPr>
            <p:spPr bwMode="auto">
              <a:xfrm>
                <a:off x="4495" y="1198"/>
                <a:ext cx="160" cy="16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folHlink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224" dirty="0">
                  <a:latin typeface="+mn-lt"/>
                </a:endParaRPr>
              </a:p>
            </p:txBody>
          </p:sp>
        </p:grpSp>
      </p:grpSp>
      <p:sp>
        <p:nvSpPr>
          <p:cNvPr id="61" name="doc id"/>
          <p:cNvSpPr txBox="1">
            <a:spLocks noChangeArrowheads="1"/>
          </p:cNvSpPr>
          <p:nvPr userDrawn="1"/>
        </p:nvSpPr>
        <p:spPr bwMode="white">
          <a:xfrm>
            <a:off x="11487911" y="37256"/>
            <a:ext cx="401720" cy="1247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/>
          <a:lstStyle>
            <a:lvl1pPr eaLnBrk="0" hangingPunct="0">
              <a:defRPr lang="x-none" sz="16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lang="x-none"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lang="x-none"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lang="x-none"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lang="x-none"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lang="x-none"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lang="x-none"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lang="x-none"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lang="x-none"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defRPr lang="x-none"/>
            </a:pPr>
            <a:endParaRPr lang="x-none" sz="816" baseline="0" dirty="0">
              <a:solidFill>
                <a:schemeClr val="accent6"/>
              </a:solidFill>
              <a:latin typeface="+mn-lt"/>
            </a:endParaRPr>
          </a:p>
        </p:txBody>
      </p:sp>
      <p:pic>
        <p:nvPicPr>
          <p:cNvPr id="112222" name="Picture 606" descr="Image result for al futtaim logo"/>
          <p:cNvPicPr>
            <a:picLocks noChangeAspect="1" noChangeArrowheads="1"/>
          </p:cNvPicPr>
          <p:nvPr userDrawn="1"/>
        </p:nvPicPr>
        <p:blipFill rotWithShape="1">
          <a:blip r:embed="rId28" cstate="email">
            <a:biLevel thresh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0832375" y="6635214"/>
            <a:ext cx="720428" cy="147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EE7A95B7-EC99-F845-832B-F8006D6E268F}"/>
              </a:ext>
            </a:extLst>
          </p:cNvPr>
          <p:cNvSpPr txBox="1"/>
          <p:nvPr userDrawn="1"/>
        </p:nvSpPr>
        <p:spPr>
          <a:xfrm>
            <a:off x="300424" y="6587861"/>
            <a:ext cx="1063459" cy="2223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E" sz="816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Automotive Division</a:t>
            </a:r>
          </a:p>
        </p:txBody>
      </p:sp>
    </p:spTree>
    <p:extLst>
      <p:ext uri="{BB962C8B-B14F-4D97-AF65-F5344CB8AC3E}">
        <p14:creationId xmlns:p14="http://schemas.microsoft.com/office/powerpoint/2010/main" val="3270380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79" r:id="rId7"/>
  </p:sldLayoutIdLst>
  <p:hf hdr="0" ftr="0" dt="0"/>
  <p:txStyles>
    <p:titleStyle>
      <a:lvl1pPr algn="l" defTabSz="913526" rtl="0" eaLnBrk="1" fontAlgn="base" hangingPunct="1">
        <a:spcBef>
          <a:spcPct val="0"/>
        </a:spcBef>
        <a:spcAft>
          <a:spcPct val="0"/>
        </a:spcAft>
        <a:tabLst>
          <a:tab pos="275353" algn="l"/>
        </a:tabLst>
        <a:defRPr lang="x-none" sz="2041" b="0" baseline="0">
          <a:solidFill>
            <a:schemeClr val="tx2"/>
          </a:solidFill>
          <a:latin typeface="+mj-lt"/>
          <a:ea typeface="+mj-ea"/>
          <a:cs typeface="+mj-cs"/>
        </a:defRPr>
      </a:lvl1pPr>
      <a:lvl2pPr algn="l" defTabSz="913526" rtl="0" eaLnBrk="1" fontAlgn="base" hangingPunct="1">
        <a:spcBef>
          <a:spcPct val="0"/>
        </a:spcBef>
        <a:spcAft>
          <a:spcPct val="0"/>
        </a:spcAft>
        <a:defRPr lang="x-none" sz="1939" b="1">
          <a:solidFill>
            <a:schemeClr val="tx2"/>
          </a:solidFill>
          <a:latin typeface="Arial" charset="0"/>
        </a:defRPr>
      </a:lvl2pPr>
      <a:lvl3pPr algn="l" defTabSz="913526" rtl="0" eaLnBrk="1" fontAlgn="base" hangingPunct="1">
        <a:spcBef>
          <a:spcPct val="0"/>
        </a:spcBef>
        <a:spcAft>
          <a:spcPct val="0"/>
        </a:spcAft>
        <a:defRPr lang="x-none" sz="1939" b="1">
          <a:solidFill>
            <a:schemeClr val="tx2"/>
          </a:solidFill>
          <a:latin typeface="Arial" charset="0"/>
        </a:defRPr>
      </a:lvl3pPr>
      <a:lvl4pPr algn="l" defTabSz="913526" rtl="0" eaLnBrk="1" fontAlgn="base" hangingPunct="1">
        <a:spcBef>
          <a:spcPct val="0"/>
        </a:spcBef>
        <a:spcAft>
          <a:spcPct val="0"/>
        </a:spcAft>
        <a:defRPr lang="x-none" sz="1939" b="1">
          <a:solidFill>
            <a:schemeClr val="tx2"/>
          </a:solidFill>
          <a:latin typeface="Arial" charset="0"/>
        </a:defRPr>
      </a:lvl4pPr>
      <a:lvl5pPr algn="l" defTabSz="913526" rtl="0" eaLnBrk="1" fontAlgn="base" hangingPunct="1">
        <a:spcBef>
          <a:spcPct val="0"/>
        </a:spcBef>
        <a:spcAft>
          <a:spcPct val="0"/>
        </a:spcAft>
        <a:defRPr lang="x-none" sz="1939" b="1">
          <a:solidFill>
            <a:schemeClr val="tx2"/>
          </a:solidFill>
          <a:latin typeface="Arial" charset="0"/>
        </a:defRPr>
      </a:lvl5pPr>
      <a:lvl6pPr marL="466481" algn="l" defTabSz="913526" rtl="0" eaLnBrk="1" fontAlgn="base" hangingPunct="1">
        <a:spcBef>
          <a:spcPct val="0"/>
        </a:spcBef>
        <a:spcAft>
          <a:spcPct val="0"/>
        </a:spcAft>
        <a:defRPr lang="x-none" sz="1939" b="1">
          <a:solidFill>
            <a:schemeClr val="tx2"/>
          </a:solidFill>
          <a:latin typeface="Arial" charset="0"/>
        </a:defRPr>
      </a:lvl6pPr>
      <a:lvl7pPr marL="932962" algn="l" defTabSz="913526" rtl="0" eaLnBrk="1" fontAlgn="base" hangingPunct="1">
        <a:spcBef>
          <a:spcPct val="0"/>
        </a:spcBef>
        <a:spcAft>
          <a:spcPct val="0"/>
        </a:spcAft>
        <a:defRPr lang="x-none" sz="1939" b="1">
          <a:solidFill>
            <a:schemeClr val="tx2"/>
          </a:solidFill>
          <a:latin typeface="Arial" charset="0"/>
        </a:defRPr>
      </a:lvl7pPr>
      <a:lvl8pPr marL="1399443" algn="l" defTabSz="913526" rtl="0" eaLnBrk="1" fontAlgn="base" hangingPunct="1">
        <a:spcBef>
          <a:spcPct val="0"/>
        </a:spcBef>
        <a:spcAft>
          <a:spcPct val="0"/>
        </a:spcAft>
        <a:defRPr lang="x-none" sz="1939" b="1">
          <a:solidFill>
            <a:schemeClr val="tx2"/>
          </a:solidFill>
          <a:latin typeface="Arial" charset="0"/>
        </a:defRPr>
      </a:lvl8pPr>
      <a:lvl9pPr marL="1865925" algn="l" defTabSz="913526" rtl="0" eaLnBrk="1" fontAlgn="base" hangingPunct="1">
        <a:spcBef>
          <a:spcPct val="0"/>
        </a:spcBef>
        <a:spcAft>
          <a:spcPct val="0"/>
        </a:spcAft>
        <a:defRPr lang="x-none" sz="1939" b="1">
          <a:solidFill>
            <a:schemeClr val="tx2"/>
          </a:solidFill>
          <a:latin typeface="Arial" charset="0"/>
        </a:defRPr>
      </a:lvl9pPr>
    </p:titleStyle>
    <p:bodyStyle>
      <a:lvl1pPr marL="0" indent="0" algn="l" defTabSz="913526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100000"/>
        <a:defRPr lang="x-none" sz="1632" baseline="0">
          <a:solidFill>
            <a:schemeClr val="tx1"/>
          </a:solidFill>
          <a:latin typeface="+mn-lt"/>
          <a:ea typeface="+mn-ea"/>
          <a:cs typeface="+mn-cs"/>
        </a:defRPr>
      </a:lvl1pPr>
      <a:lvl2pPr marL="197607" indent="-195987" algn="l" defTabSz="913526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125000"/>
        <a:buFont typeface="Arial" charset="0"/>
        <a:buChar char="▪"/>
        <a:defRPr lang="x-none" sz="1632" baseline="0">
          <a:solidFill>
            <a:schemeClr val="tx1"/>
          </a:solidFill>
          <a:latin typeface="+mn-lt"/>
        </a:defRPr>
      </a:lvl2pPr>
      <a:lvl3pPr marL="466481" indent="-267255" algn="l" defTabSz="913526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120000"/>
        <a:buFont typeface="Arial" charset="0"/>
        <a:buChar char="–"/>
        <a:defRPr lang="x-none" sz="1632" baseline="0">
          <a:solidFill>
            <a:schemeClr val="tx1"/>
          </a:solidFill>
          <a:latin typeface="+mn-lt"/>
        </a:defRPr>
      </a:lvl3pPr>
      <a:lvl4pPr marL="626835" indent="-158733" algn="l" defTabSz="913526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120000"/>
        <a:buFont typeface="Arial" charset="0"/>
        <a:buChar char="▫"/>
        <a:defRPr lang="x-none" sz="1632" baseline="0">
          <a:solidFill>
            <a:schemeClr val="tx1"/>
          </a:solidFill>
          <a:latin typeface="+mn-lt"/>
        </a:defRPr>
      </a:lvl4pPr>
      <a:lvl5pPr marL="765029" indent="-132818" algn="l" defTabSz="913526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lang="x-none" sz="1632" baseline="0">
          <a:solidFill>
            <a:schemeClr val="tx1"/>
          </a:solidFill>
          <a:latin typeface="+mn-lt"/>
        </a:defRPr>
      </a:lvl5pPr>
      <a:lvl6pPr marL="765029" indent="-132818" algn="l" defTabSz="913526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lang="x-none" sz="1632" baseline="0">
          <a:solidFill>
            <a:schemeClr val="tx1"/>
          </a:solidFill>
          <a:latin typeface="+mn-lt"/>
        </a:defRPr>
      </a:lvl6pPr>
      <a:lvl7pPr marL="765029" indent="-132818" algn="l" defTabSz="913526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lang="x-none" sz="1632" baseline="0">
          <a:solidFill>
            <a:schemeClr val="tx1"/>
          </a:solidFill>
          <a:latin typeface="+mn-lt"/>
        </a:defRPr>
      </a:lvl7pPr>
      <a:lvl8pPr marL="765029" indent="-132818" algn="l" defTabSz="913526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lang="x-none" sz="1632" baseline="0">
          <a:solidFill>
            <a:schemeClr val="tx1"/>
          </a:solidFill>
          <a:latin typeface="+mn-lt"/>
        </a:defRPr>
      </a:lvl8pPr>
      <a:lvl9pPr marL="765029" indent="-132818" algn="l" defTabSz="913526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lang="x-none" sz="1632" baseline="0">
          <a:solidFill>
            <a:schemeClr val="tx1"/>
          </a:solidFill>
          <a:latin typeface="+mn-lt"/>
        </a:defRPr>
      </a:lvl9pPr>
    </p:bodyStyle>
    <p:otherStyle>
      <a:defPPr>
        <a:defRPr lang="x-none"/>
      </a:defPPr>
      <a:lvl1pPr marL="0" algn="l" defTabSz="932962" rtl="0" eaLnBrk="1" latinLnBrk="0" hangingPunct="1">
        <a:defRPr lang="x-none" sz="1837" kern="1200">
          <a:solidFill>
            <a:schemeClr val="tx1"/>
          </a:solidFill>
          <a:latin typeface="+mn-lt"/>
          <a:ea typeface="+mn-ea"/>
          <a:cs typeface="+mn-cs"/>
        </a:defRPr>
      </a:lvl1pPr>
      <a:lvl2pPr marL="466481" algn="l" defTabSz="932962" rtl="0" eaLnBrk="1" latinLnBrk="0" hangingPunct="1">
        <a:defRPr lang="x-none" sz="1837" kern="1200">
          <a:solidFill>
            <a:schemeClr val="tx1"/>
          </a:solidFill>
          <a:latin typeface="+mn-lt"/>
          <a:ea typeface="+mn-ea"/>
          <a:cs typeface="+mn-cs"/>
        </a:defRPr>
      </a:lvl2pPr>
      <a:lvl3pPr marL="932962" algn="l" defTabSz="932962" rtl="0" eaLnBrk="1" latinLnBrk="0" hangingPunct="1">
        <a:defRPr lang="x-none" sz="1837" kern="1200">
          <a:solidFill>
            <a:schemeClr val="tx1"/>
          </a:solidFill>
          <a:latin typeface="+mn-lt"/>
          <a:ea typeface="+mn-ea"/>
          <a:cs typeface="+mn-cs"/>
        </a:defRPr>
      </a:lvl3pPr>
      <a:lvl4pPr marL="1399443" algn="l" defTabSz="932962" rtl="0" eaLnBrk="1" latinLnBrk="0" hangingPunct="1">
        <a:defRPr lang="x-none" sz="1837" kern="1200">
          <a:solidFill>
            <a:schemeClr val="tx1"/>
          </a:solidFill>
          <a:latin typeface="+mn-lt"/>
          <a:ea typeface="+mn-ea"/>
          <a:cs typeface="+mn-cs"/>
        </a:defRPr>
      </a:lvl4pPr>
      <a:lvl5pPr marL="1865925" algn="l" defTabSz="932962" rtl="0" eaLnBrk="1" latinLnBrk="0" hangingPunct="1">
        <a:defRPr lang="x-none" sz="1837" kern="1200">
          <a:solidFill>
            <a:schemeClr val="tx1"/>
          </a:solidFill>
          <a:latin typeface="+mn-lt"/>
          <a:ea typeface="+mn-ea"/>
          <a:cs typeface="+mn-cs"/>
        </a:defRPr>
      </a:lvl5pPr>
      <a:lvl6pPr marL="2332406" algn="l" defTabSz="932962" rtl="0" eaLnBrk="1" latinLnBrk="0" hangingPunct="1">
        <a:defRPr lang="x-none" sz="1837" kern="1200">
          <a:solidFill>
            <a:schemeClr val="tx1"/>
          </a:solidFill>
          <a:latin typeface="+mn-lt"/>
          <a:ea typeface="+mn-ea"/>
          <a:cs typeface="+mn-cs"/>
        </a:defRPr>
      </a:lvl6pPr>
      <a:lvl7pPr marL="2798887" algn="l" defTabSz="932962" rtl="0" eaLnBrk="1" latinLnBrk="0" hangingPunct="1">
        <a:defRPr lang="x-none" sz="1837" kern="1200">
          <a:solidFill>
            <a:schemeClr val="tx1"/>
          </a:solidFill>
          <a:latin typeface="+mn-lt"/>
          <a:ea typeface="+mn-ea"/>
          <a:cs typeface="+mn-cs"/>
        </a:defRPr>
      </a:lvl7pPr>
      <a:lvl8pPr marL="3265368" algn="l" defTabSz="932962" rtl="0" eaLnBrk="1" latinLnBrk="0" hangingPunct="1">
        <a:defRPr lang="x-none" sz="1837" kern="1200">
          <a:solidFill>
            <a:schemeClr val="tx1"/>
          </a:solidFill>
          <a:latin typeface="+mn-lt"/>
          <a:ea typeface="+mn-ea"/>
          <a:cs typeface="+mn-cs"/>
        </a:defRPr>
      </a:lvl8pPr>
      <a:lvl9pPr marL="3731849" algn="l" defTabSz="932962" rtl="0" eaLnBrk="1" latinLnBrk="0" hangingPunct="1">
        <a:defRPr lang="x-none" sz="183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6A0A68-17B2-9C11-1A0E-0AEB3EB45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C1D5DC5-77EA-72FA-DA78-1E3AF01521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284" y="969783"/>
            <a:ext cx="5598687" cy="120125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86E7F8F-37DC-AE27-D8A0-56810068E4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633" y="2398988"/>
            <a:ext cx="5311367" cy="129580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2A996B5-FBED-E419-AEB9-C2C801B3BB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633" y="4036236"/>
            <a:ext cx="5311367" cy="1301461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6DA7F7B-32AC-30EB-4609-E9124FE8E252}"/>
              </a:ext>
            </a:extLst>
          </p:cNvPr>
          <p:cNvSpPr/>
          <p:nvPr/>
        </p:nvSpPr>
        <p:spPr>
          <a:xfrm>
            <a:off x="7576720" y="2626740"/>
            <a:ext cx="801279" cy="802260"/>
          </a:xfrm>
          <a:prstGeom prst="roundRect">
            <a:avLst/>
          </a:prstGeom>
          <a:solidFill>
            <a:srgbClr val="FF0000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err="1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BE69B3-2CED-4AA6-4918-2D7018BCC052}"/>
              </a:ext>
            </a:extLst>
          </p:cNvPr>
          <p:cNvSpPr txBox="1"/>
          <p:nvPr/>
        </p:nvSpPr>
        <p:spPr>
          <a:xfrm>
            <a:off x="8472316" y="2781099"/>
            <a:ext cx="3653695" cy="461665"/>
          </a:xfrm>
          <a:prstGeom prst="rect">
            <a:avLst/>
          </a:prstGeom>
          <a:noFill/>
        </p:spPr>
        <p:txBody>
          <a:bodyPr wrap="square" lIns="0" rIns="0" rtlCol="0" anchor="b">
            <a:spAutoFit/>
          </a:bodyPr>
          <a:lstStyle/>
          <a:p>
            <a:r>
              <a:rPr lang="en-US" sz="2400" b="1" cap="all" noProof="1">
                <a:solidFill>
                  <a:schemeClr val="bg2">
                    <a:lumMod val="50000"/>
                  </a:schemeClr>
                </a:solidFill>
              </a:rPr>
              <a:t>Ask any question!</a:t>
            </a:r>
          </a:p>
        </p:txBody>
      </p:sp>
    </p:spTree>
    <p:extLst>
      <p:ext uri="{BB962C8B-B14F-4D97-AF65-F5344CB8AC3E}">
        <p14:creationId xmlns:p14="http://schemas.microsoft.com/office/powerpoint/2010/main" val="234416483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UVaNioeQEy1srSxzx_jYw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  <p:tag name="ANGLE" val="3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4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  <p:tag name="ANGLE" val="5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5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  <p:tag name="ANGLE" val="4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4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  <p:tag name="ANGLE" val="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2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  <p:tag name="ANGLE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72_Al Futtaim_CF_DE1410">
  <a:themeElements>
    <a:clrScheme name="Current">
      <a:dk1>
        <a:srgbClr val="000000"/>
      </a:dk1>
      <a:lt1>
        <a:srgbClr val="FFFFFF"/>
      </a:lt1>
      <a:dk2>
        <a:srgbClr val="005BAA"/>
      </a:dk2>
      <a:lt2>
        <a:srgbClr val="FFFFFF"/>
      </a:lt2>
      <a:accent1>
        <a:srgbClr val="E6E6E6"/>
      </a:accent1>
      <a:accent2>
        <a:srgbClr val="00AEE5"/>
      </a:accent2>
      <a:accent3>
        <a:srgbClr val="005BAA"/>
      </a:accent3>
      <a:accent4>
        <a:srgbClr val="152A38"/>
      </a:accent4>
      <a:accent5>
        <a:srgbClr val="238077"/>
      </a:accent5>
      <a:accent6>
        <a:srgbClr val="808080"/>
      </a:accent6>
      <a:hlink>
        <a:srgbClr val="005BAA"/>
      </a:hlink>
      <a:folHlink>
        <a:srgbClr val="152A38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6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Current">
        <a:dk1>
          <a:srgbClr val="000000"/>
        </a:dk1>
        <a:lt1>
          <a:srgbClr val="FFFFFF"/>
        </a:lt1>
        <a:dk2>
          <a:srgbClr val="005BAA"/>
        </a:dk2>
        <a:lt2>
          <a:srgbClr val="FFFFFF"/>
        </a:lt2>
        <a:accent1>
          <a:srgbClr val="E6E6E6"/>
        </a:accent1>
        <a:accent2>
          <a:srgbClr val="00AEE5"/>
        </a:accent2>
        <a:accent3>
          <a:srgbClr val="005BAA"/>
        </a:accent3>
        <a:accent4>
          <a:srgbClr val="152A38"/>
        </a:accent4>
        <a:accent5>
          <a:srgbClr val="238077"/>
        </a:accent5>
        <a:accent6>
          <a:srgbClr val="808080"/>
        </a:accent6>
        <a:hlink>
          <a:srgbClr val="005BAA"/>
        </a:hlink>
        <a:folHlink>
          <a:srgbClr val="152A3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Al Futtaim_CF_DE1410_V1.potx" id="{764BBF8C-2801-46F6-B1CE-8119CDDC516A}" vid="{6041AC46-AD46-4216-A071-A5821F89D8A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7AA255C8B0B5D4B8D92407182ABB3F9" ma:contentTypeVersion="14" ma:contentTypeDescription="Create a new document." ma:contentTypeScope="" ma:versionID="befed7b31b1a12ad3049a1c2fcb64cff">
  <xsd:schema xmlns:xsd="http://www.w3.org/2001/XMLSchema" xmlns:xs="http://www.w3.org/2001/XMLSchema" xmlns:p="http://schemas.microsoft.com/office/2006/metadata/properties" xmlns:ns3="5ddf7541-c27f-4df6-9bad-2af028975e5d" xmlns:ns4="0d2ca27b-1259-4eac-aebf-75c4d6e3b940" targetNamespace="http://schemas.microsoft.com/office/2006/metadata/properties" ma:root="true" ma:fieldsID="da76ec019b8c3ca3fe7f8c56b536c9ee" ns3:_="" ns4:_="">
    <xsd:import namespace="5ddf7541-c27f-4df6-9bad-2af028975e5d"/>
    <xsd:import namespace="0d2ca27b-1259-4eac-aebf-75c4d6e3b940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KeyPoints" minOccurs="0"/>
                <xsd:element ref="ns4:MediaServiceKeyPoints" minOccurs="0"/>
                <xsd:element ref="ns4:MediaServiceDateTaken" minOccurs="0"/>
                <xsd:element ref="ns4:MediaLengthInSeconds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df7541-c27f-4df6-9bad-2af028975e5d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d2ca27b-1259-4eac-aebf-75c4d6e3b94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7" nillable="true" ma:displayName="Tags" ma:internalName="MediaServiceAutoTags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A454FD7-8911-414F-9EDD-A1F99661946A}">
  <ds:schemaRefs>
    <ds:schemaRef ds:uri="http://purl.org/dc/dcmitype/"/>
    <ds:schemaRef ds:uri="http://www.w3.org/XML/1998/namespace"/>
    <ds:schemaRef ds:uri="http://schemas.openxmlformats.org/package/2006/metadata/core-properties"/>
    <ds:schemaRef ds:uri="http://schemas.microsoft.com/office/2006/metadata/properties"/>
    <ds:schemaRef ds:uri="0d2ca27b-1259-4eac-aebf-75c4d6e3b940"/>
    <ds:schemaRef ds:uri="http://schemas.microsoft.com/office/2006/documentManagement/types"/>
    <ds:schemaRef ds:uri="5ddf7541-c27f-4df6-9bad-2af028975e5d"/>
    <ds:schemaRef ds:uri="http://purl.org/dc/elements/1.1/"/>
    <ds:schemaRef ds:uri="http://schemas.microsoft.com/office/infopath/2007/PartnerControl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AE57119A-A760-4CB2-894C-C7743CC75F4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ddf7541-c27f-4df6-9bad-2af028975e5d"/>
    <ds:schemaRef ds:uri="0d2ca27b-1259-4eac-aebf-75c4d6e3b94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6FB3F19-2250-4BDE-86DD-DB2BCE8764A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3934</TotalTime>
  <Words>5</Words>
  <Application>Microsoft Office PowerPoint</Application>
  <PresentationFormat>Widescreen</PresentationFormat>
  <Paragraphs>2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Verdana</vt:lpstr>
      <vt:lpstr>72_Al Futtaim_CF_DE1410</vt:lpstr>
      <vt:lpstr>think-cell Slide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AFA International Skills Contest</dc:title>
  <dc:creator>Shaheen Lakdawalla</dc:creator>
  <cp:lastModifiedBy>Fatma Alsagaf</cp:lastModifiedBy>
  <cp:revision>38</cp:revision>
  <dcterms:created xsi:type="dcterms:W3CDTF">2022-10-17T07:33:41Z</dcterms:created>
  <dcterms:modified xsi:type="dcterms:W3CDTF">2024-10-24T12:27:01Z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0x01010057AA255C8B0B5D4B8D92407182ABB3F9</vt:lpwstr>
  </property>
</Properties>
</file>