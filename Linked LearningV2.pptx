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E2C821-F9A6-4A18-9C7F-0D4A2DE6DFAC}" type="doc">
      <dgm:prSet loTypeId="urn:microsoft.com/office/officeart/2008/layout/CaptionedPicture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2D04E0-DCCD-4B5C-91FF-51460E0175DB}">
      <dgm:prSet phldrT="[Text]" custT="1"/>
      <dgm:spPr/>
      <dgm:t>
        <a:bodyPr/>
        <a:lstStyle/>
        <a:p>
          <a:r>
            <a:rPr lang="en-US" sz="1600" b="1" dirty="0" err="1" smtClean="0"/>
            <a:t>Programmes</a:t>
          </a:r>
          <a:r>
            <a:rPr lang="en-US" sz="1600" b="1" dirty="0" smtClean="0"/>
            <a:t> focused on developing yourself and your team to become the next line of leaders in Al-Futtaim</a:t>
          </a:r>
          <a:endParaRPr lang="en-US" sz="1600" b="1" dirty="0"/>
        </a:p>
      </dgm:t>
    </dgm:pt>
    <dgm:pt modelId="{65F0108F-25BD-4A6B-978E-051C8F11746F}" type="parTrans" cxnId="{D963F902-2439-4F2F-BB6A-97C2048DF143}">
      <dgm:prSet/>
      <dgm:spPr/>
      <dgm:t>
        <a:bodyPr/>
        <a:lstStyle/>
        <a:p>
          <a:endParaRPr lang="en-US"/>
        </a:p>
      </dgm:t>
    </dgm:pt>
    <dgm:pt modelId="{76ACB9E2-F073-49A5-B1EA-DE90571F4106}" type="sibTrans" cxnId="{D963F902-2439-4F2F-BB6A-97C2048DF143}">
      <dgm:prSet/>
      <dgm:spPr/>
      <dgm:t>
        <a:bodyPr/>
        <a:lstStyle/>
        <a:p>
          <a:endParaRPr lang="en-US"/>
        </a:p>
      </dgm:t>
    </dgm:pt>
    <dgm:pt modelId="{19B90155-649B-4E12-8E25-6BD5A9CB669B}">
      <dgm:prSet phldrT="[Text]"/>
      <dgm:spPr/>
      <dgm:t>
        <a:bodyPr/>
        <a:lstStyle/>
        <a:p>
          <a:r>
            <a:rPr lang="en-US" b="1" dirty="0" smtClean="0"/>
            <a:t>Samples of internal trainings are Leaders for growth, Mint, FLLP</a:t>
          </a:r>
          <a:endParaRPr lang="en-US" b="1" dirty="0"/>
        </a:p>
      </dgm:t>
    </dgm:pt>
    <dgm:pt modelId="{D871265A-8B2B-44DD-A03D-3675351C0373}" type="parTrans" cxnId="{ABCEA1B4-6ED4-41D6-9791-2A0D6607EC6D}">
      <dgm:prSet/>
      <dgm:spPr/>
      <dgm:t>
        <a:bodyPr/>
        <a:lstStyle/>
        <a:p>
          <a:endParaRPr lang="en-US"/>
        </a:p>
      </dgm:t>
    </dgm:pt>
    <dgm:pt modelId="{160D0AF0-7C1E-468F-9918-55B1CC4E3E29}" type="sibTrans" cxnId="{ABCEA1B4-6ED4-41D6-9791-2A0D6607EC6D}">
      <dgm:prSet/>
      <dgm:spPr/>
      <dgm:t>
        <a:bodyPr/>
        <a:lstStyle/>
        <a:p>
          <a:endParaRPr lang="en-US"/>
        </a:p>
      </dgm:t>
    </dgm:pt>
    <dgm:pt modelId="{D173D6DA-B558-416E-A4EA-37131B5987CC}">
      <dgm:prSet phldrT="[Text]" custT="1"/>
      <dgm:spPr/>
      <dgm:t>
        <a:bodyPr/>
        <a:lstStyle/>
        <a:p>
          <a:r>
            <a:rPr lang="en-US" sz="1600" b="1" dirty="0" err="1" smtClean="0"/>
            <a:t>Programmes</a:t>
          </a:r>
          <a:r>
            <a:rPr lang="en-US" sz="1600" b="1" dirty="0" smtClean="0"/>
            <a:t> designed to develop functional knowledge and skills specific to your role.</a:t>
          </a:r>
          <a:endParaRPr lang="en-US" sz="1600" b="1" dirty="0"/>
        </a:p>
      </dgm:t>
    </dgm:pt>
    <dgm:pt modelId="{12FBC703-D45C-4DEC-A99E-0E2D1D1E4ABF}" type="parTrans" cxnId="{A1766BA2-9D71-4AD1-848B-5C03C0853BC1}">
      <dgm:prSet/>
      <dgm:spPr/>
      <dgm:t>
        <a:bodyPr/>
        <a:lstStyle/>
        <a:p>
          <a:endParaRPr lang="en-US"/>
        </a:p>
      </dgm:t>
    </dgm:pt>
    <dgm:pt modelId="{DA18762A-5477-4A50-AD22-C6DE10F1EE1F}" type="sibTrans" cxnId="{A1766BA2-9D71-4AD1-848B-5C03C0853BC1}">
      <dgm:prSet/>
      <dgm:spPr/>
      <dgm:t>
        <a:bodyPr/>
        <a:lstStyle/>
        <a:p>
          <a:endParaRPr lang="en-US"/>
        </a:p>
      </dgm:t>
    </dgm:pt>
    <dgm:pt modelId="{7354AC14-C555-4232-9950-516EE578A806}">
      <dgm:prSet phldrT="[Text]"/>
      <dgm:spPr/>
      <dgm:t>
        <a:bodyPr/>
        <a:lstStyle/>
        <a:p>
          <a:r>
            <a:rPr lang="en-US" b="1" dirty="0" smtClean="0"/>
            <a:t>Lean six sigma, PMF, PMA, Finance academy, Retail Academy, </a:t>
          </a:r>
          <a:r>
            <a:rPr lang="en-US" b="1" dirty="0" err="1" smtClean="0"/>
            <a:t>etc</a:t>
          </a:r>
          <a:endParaRPr lang="en-US" dirty="0"/>
        </a:p>
      </dgm:t>
    </dgm:pt>
    <dgm:pt modelId="{DC0DBEA1-7B7E-4B5C-8343-5433ED9F0E1F}" type="parTrans" cxnId="{893459E3-2FF7-4054-937B-150F40EB6448}">
      <dgm:prSet/>
      <dgm:spPr/>
      <dgm:t>
        <a:bodyPr/>
        <a:lstStyle/>
        <a:p>
          <a:endParaRPr lang="en-US"/>
        </a:p>
      </dgm:t>
    </dgm:pt>
    <dgm:pt modelId="{04F32CA1-97F1-4EAE-86C0-D7EDEB45438B}" type="sibTrans" cxnId="{893459E3-2FF7-4054-937B-150F40EB6448}">
      <dgm:prSet/>
      <dgm:spPr/>
      <dgm:t>
        <a:bodyPr/>
        <a:lstStyle/>
        <a:p>
          <a:endParaRPr lang="en-US"/>
        </a:p>
      </dgm:t>
    </dgm:pt>
    <dgm:pt modelId="{C4A75B5B-703F-4D48-AAAC-271C3F8C8273}">
      <dgm:prSet phldrT="[Text]" custT="1"/>
      <dgm:spPr/>
      <dgm:t>
        <a:bodyPr/>
        <a:lstStyle/>
        <a:p>
          <a:r>
            <a:rPr lang="en-US" sz="1600" b="1" dirty="0" smtClean="0"/>
            <a:t>Mandatory courses in alignment with the Al-Futtaim way policies and procedures.</a:t>
          </a:r>
          <a:endParaRPr lang="en-US" sz="1600" b="1" dirty="0"/>
        </a:p>
      </dgm:t>
    </dgm:pt>
    <dgm:pt modelId="{1001F95F-DC13-49B4-BE78-F2CE8A104E33}" type="parTrans" cxnId="{EAB9E94F-7755-46F6-AD4C-95C4ED305FDB}">
      <dgm:prSet/>
      <dgm:spPr/>
      <dgm:t>
        <a:bodyPr/>
        <a:lstStyle/>
        <a:p>
          <a:endParaRPr lang="en-US"/>
        </a:p>
      </dgm:t>
    </dgm:pt>
    <dgm:pt modelId="{FB6DE2B0-8FFD-4A73-8054-74ED55A8DD29}" type="sibTrans" cxnId="{EAB9E94F-7755-46F6-AD4C-95C4ED305FDB}">
      <dgm:prSet/>
      <dgm:spPr/>
      <dgm:t>
        <a:bodyPr/>
        <a:lstStyle/>
        <a:p>
          <a:endParaRPr lang="en-US"/>
        </a:p>
      </dgm:t>
    </dgm:pt>
    <dgm:pt modelId="{92E446F2-9E65-4878-800E-0994A92CBE4B}">
      <dgm:prSet phldrT="[Text]"/>
      <dgm:spPr/>
      <dgm:t>
        <a:bodyPr/>
        <a:lstStyle/>
        <a:p>
          <a:r>
            <a:rPr lang="en-US" b="1" dirty="0" smtClean="0"/>
            <a:t>Code of conducts, grievance, </a:t>
          </a:r>
          <a:r>
            <a:rPr lang="en-US" b="1" dirty="0" err="1" smtClean="0"/>
            <a:t>etc</a:t>
          </a:r>
          <a:endParaRPr lang="en-US" dirty="0"/>
        </a:p>
      </dgm:t>
    </dgm:pt>
    <dgm:pt modelId="{94A9635B-B4C6-42C8-8F34-4A19C49AE58A}" type="parTrans" cxnId="{3905AD71-C123-470F-8331-790386289821}">
      <dgm:prSet/>
      <dgm:spPr/>
      <dgm:t>
        <a:bodyPr/>
        <a:lstStyle/>
        <a:p>
          <a:endParaRPr lang="en-US"/>
        </a:p>
      </dgm:t>
    </dgm:pt>
    <dgm:pt modelId="{3AB4D001-3E31-425B-A94F-BA6E72E0A630}" type="sibTrans" cxnId="{3905AD71-C123-470F-8331-790386289821}">
      <dgm:prSet/>
      <dgm:spPr/>
      <dgm:t>
        <a:bodyPr/>
        <a:lstStyle/>
        <a:p>
          <a:endParaRPr lang="en-US"/>
        </a:p>
      </dgm:t>
    </dgm:pt>
    <dgm:pt modelId="{72943AD1-6011-4CE0-9ADB-B22DD917F62F}">
      <dgm:prSet custT="1"/>
      <dgm:spPr/>
      <dgm:t>
        <a:bodyPr/>
        <a:lstStyle/>
        <a:p>
          <a:r>
            <a:rPr lang="en-US" sz="1600" b="1" dirty="0" err="1" smtClean="0"/>
            <a:t>Programmes</a:t>
          </a:r>
          <a:r>
            <a:rPr lang="en-US" sz="1600" b="1" dirty="0" smtClean="0"/>
            <a:t> aimed to enhance your personal development</a:t>
          </a:r>
          <a:endParaRPr lang="en-US" sz="1600" b="1" dirty="0"/>
        </a:p>
      </dgm:t>
    </dgm:pt>
    <dgm:pt modelId="{D3C3999A-0445-4F4C-93BA-96908CDEF42F}" type="parTrans" cxnId="{F29DCA7E-68A4-4F5F-AC47-E709D0D51D20}">
      <dgm:prSet/>
      <dgm:spPr/>
      <dgm:t>
        <a:bodyPr/>
        <a:lstStyle/>
        <a:p>
          <a:endParaRPr lang="en-US"/>
        </a:p>
      </dgm:t>
    </dgm:pt>
    <dgm:pt modelId="{36C4B296-1889-4564-8CF6-9DB784C358F9}" type="sibTrans" cxnId="{F29DCA7E-68A4-4F5F-AC47-E709D0D51D20}">
      <dgm:prSet/>
      <dgm:spPr/>
      <dgm:t>
        <a:bodyPr/>
        <a:lstStyle/>
        <a:p>
          <a:endParaRPr lang="en-US"/>
        </a:p>
      </dgm:t>
    </dgm:pt>
    <dgm:pt modelId="{24185494-A325-4132-9740-6AA251BF3649}">
      <dgm:prSet/>
      <dgm:spPr/>
      <dgm:t>
        <a:bodyPr/>
        <a:lstStyle/>
        <a:p>
          <a:r>
            <a:rPr lang="en-US" b="1" dirty="0" smtClean="0"/>
            <a:t>Open calendar courses, presentation skills, business report writing, communication skills.</a:t>
          </a:r>
          <a:endParaRPr lang="en-US" dirty="0"/>
        </a:p>
      </dgm:t>
    </dgm:pt>
    <dgm:pt modelId="{7F9DE355-6FE9-4CA7-8F90-234AEFF29F35}" type="parTrans" cxnId="{99CDEDF2-7AD7-43EB-BE50-89C59B6C0F45}">
      <dgm:prSet/>
      <dgm:spPr/>
      <dgm:t>
        <a:bodyPr/>
        <a:lstStyle/>
        <a:p>
          <a:endParaRPr lang="en-US"/>
        </a:p>
      </dgm:t>
    </dgm:pt>
    <dgm:pt modelId="{6F91D96A-949B-4DA7-926D-529F9BF5BE88}" type="sibTrans" cxnId="{99CDEDF2-7AD7-43EB-BE50-89C59B6C0F45}">
      <dgm:prSet/>
      <dgm:spPr/>
      <dgm:t>
        <a:bodyPr/>
        <a:lstStyle/>
        <a:p>
          <a:endParaRPr lang="en-US"/>
        </a:p>
      </dgm:t>
    </dgm:pt>
    <dgm:pt modelId="{2CA34E70-5F15-40B6-BDEC-4EBA23776072}" type="pres">
      <dgm:prSet presAssocID="{86E2C821-F9A6-4A18-9C7F-0D4A2DE6DFAC}" presName="Name0" presStyleCnt="0">
        <dgm:presLayoutVars>
          <dgm:chMax/>
          <dgm:chPref/>
          <dgm:dir/>
        </dgm:presLayoutVars>
      </dgm:prSet>
      <dgm:spPr/>
      <dgm:t>
        <a:bodyPr/>
        <a:lstStyle/>
        <a:p>
          <a:endParaRPr lang="en-US"/>
        </a:p>
      </dgm:t>
    </dgm:pt>
    <dgm:pt modelId="{22024967-3B96-4E29-9919-E2E6D3079323}" type="pres">
      <dgm:prSet presAssocID="{572D04E0-DCCD-4B5C-91FF-51460E0175DB}" presName="composite" presStyleCnt="0">
        <dgm:presLayoutVars>
          <dgm:chMax val="1"/>
          <dgm:chPref val="1"/>
        </dgm:presLayoutVars>
      </dgm:prSet>
      <dgm:spPr/>
    </dgm:pt>
    <dgm:pt modelId="{404DF534-2A81-41F1-9795-331B95FCB761}" type="pres">
      <dgm:prSet presAssocID="{572D04E0-DCCD-4B5C-91FF-51460E0175DB}" presName="Accent" presStyleLbl="trAlignAcc1" presStyleIdx="0" presStyleCnt="4" custScaleY="202009" custLinFactNeighborY="-16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BF33F799-F8FA-4D2F-A1EB-DD87350F1DCA}" type="pres">
      <dgm:prSet presAssocID="{572D04E0-DCCD-4B5C-91FF-51460E0175DB}" presName="Image" presStyleLbl="alignImgPlace1" presStyleIdx="0" presStyleCnt="4" custScaleY="140985" custLinFactNeighborY="-58330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7000" b="-7000"/>
          </a:stretch>
        </a:blipFill>
      </dgm:spPr>
    </dgm:pt>
    <dgm:pt modelId="{9EC68EF1-BC58-4E54-AF02-139BEEC7F02B}" type="pres">
      <dgm:prSet presAssocID="{572D04E0-DCCD-4B5C-91FF-51460E0175DB}" presName="ChildComposite" presStyleCnt="0"/>
      <dgm:spPr/>
    </dgm:pt>
    <dgm:pt modelId="{A38971C8-02D4-4CC9-9D5F-F492C4D09D72}" type="pres">
      <dgm:prSet presAssocID="{572D04E0-DCCD-4B5C-91FF-51460E0175DB}" presName="Child" presStyleLbl="node1" presStyleIdx="0" presStyleCnt="4" custScaleY="181828" custLinFactY="82060" custLinFactNeighborX="-409" custLinFactNeighborY="1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EE5FDA-E2A8-4E32-886D-EAFE920B66AF}" type="pres">
      <dgm:prSet presAssocID="{572D04E0-DCCD-4B5C-91FF-51460E0175DB}" presName="Parent" presStyleLbl="revTx" presStyleIdx="0" presStyleCnt="4" custScaleY="378381">
        <dgm:presLayoutVars>
          <dgm:chMax val="1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778856-DE4B-429C-9B2F-A2BD6711F3C4}" type="pres">
      <dgm:prSet presAssocID="{76ACB9E2-F073-49A5-B1EA-DE90571F4106}" presName="sibTrans" presStyleCnt="0"/>
      <dgm:spPr/>
    </dgm:pt>
    <dgm:pt modelId="{46BAB0F9-7747-476B-BAAE-8ABC5EBEE2AE}" type="pres">
      <dgm:prSet presAssocID="{D173D6DA-B558-416E-A4EA-37131B5987CC}" presName="composite" presStyleCnt="0">
        <dgm:presLayoutVars>
          <dgm:chMax val="1"/>
          <dgm:chPref val="1"/>
        </dgm:presLayoutVars>
      </dgm:prSet>
      <dgm:spPr/>
    </dgm:pt>
    <dgm:pt modelId="{F13A962A-7E22-4270-A263-3FBA6413C37D}" type="pres">
      <dgm:prSet presAssocID="{D173D6DA-B558-416E-A4EA-37131B5987CC}" presName="Accent" presStyleLbl="trAlignAcc1" presStyleIdx="1" presStyleCnt="4" custScaleY="203477">
        <dgm:presLayoutVars>
          <dgm:chMax val="0"/>
          <dgm:chPref val="0"/>
        </dgm:presLayoutVars>
      </dgm:prSet>
      <dgm:spPr/>
    </dgm:pt>
    <dgm:pt modelId="{A63B9CB7-84D7-49C5-A4DE-6BFE4964A9C2}" type="pres">
      <dgm:prSet presAssocID="{D173D6DA-B558-416E-A4EA-37131B5987CC}" presName="Image" presStyleLbl="alignImgPlace1" presStyleIdx="1" presStyleCnt="4" custScaleY="141535" custLinFactNeighborX="818" custLinFactNeighborY="-58016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</dgm:spPr>
    </dgm:pt>
    <dgm:pt modelId="{30F69765-947A-44C9-BE9B-17EB423BAFC2}" type="pres">
      <dgm:prSet presAssocID="{D173D6DA-B558-416E-A4EA-37131B5987CC}" presName="ChildComposite" presStyleCnt="0"/>
      <dgm:spPr/>
    </dgm:pt>
    <dgm:pt modelId="{036BD429-7A6A-4563-8399-C6269B7557A9}" type="pres">
      <dgm:prSet presAssocID="{D173D6DA-B558-416E-A4EA-37131B5987CC}" presName="Child" presStyleLbl="node1" presStyleIdx="1" presStyleCnt="4" custScaleY="187268" custLinFactY="96771" custLinFactNeighborX="818" custLinFactNeighborY="1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AE5E67-A43A-4FE3-BED8-C7A465FB61E1}" type="pres">
      <dgm:prSet presAssocID="{D173D6DA-B558-416E-A4EA-37131B5987CC}" presName="Parent" presStyleLbl="revTx" presStyleIdx="1" presStyleCnt="4" custScaleY="335078">
        <dgm:presLayoutVars>
          <dgm:chMax val="1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810EB9-44F1-41D6-9956-CF8470F28AE8}" type="pres">
      <dgm:prSet presAssocID="{DA18762A-5477-4A50-AD22-C6DE10F1EE1F}" presName="sibTrans" presStyleCnt="0"/>
      <dgm:spPr/>
    </dgm:pt>
    <dgm:pt modelId="{C6A4A581-49F4-4339-9D48-D91846C004B4}" type="pres">
      <dgm:prSet presAssocID="{C4A75B5B-703F-4D48-AAAC-271C3F8C8273}" presName="composite" presStyleCnt="0">
        <dgm:presLayoutVars>
          <dgm:chMax val="1"/>
          <dgm:chPref val="1"/>
        </dgm:presLayoutVars>
      </dgm:prSet>
      <dgm:spPr/>
    </dgm:pt>
    <dgm:pt modelId="{0768246B-84D3-401D-98B8-EE6B4C2E6D94}" type="pres">
      <dgm:prSet presAssocID="{C4A75B5B-703F-4D48-AAAC-271C3F8C8273}" presName="Accent" presStyleLbl="trAlignAcc1" presStyleIdx="2" presStyleCnt="4" custScaleY="201003">
        <dgm:presLayoutVars>
          <dgm:chMax val="0"/>
          <dgm:chPref val="0"/>
        </dgm:presLayoutVars>
      </dgm:prSet>
      <dgm:spPr/>
    </dgm:pt>
    <dgm:pt modelId="{35B32D6C-795F-4DFA-AB3B-EB19AAF917FF}" type="pres">
      <dgm:prSet presAssocID="{C4A75B5B-703F-4D48-AAAC-271C3F8C8273}" presName="Image" presStyleLbl="alignImgPlace1" presStyleIdx="2" presStyleCnt="4" custScaleY="139690" custLinFactNeighborY="-59155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7000" b="-7000"/>
          </a:stretch>
        </a:blipFill>
      </dgm:spPr>
      <dgm:t>
        <a:bodyPr/>
        <a:lstStyle/>
        <a:p>
          <a:endParaRPr lang="en-US"/>
        </a:p>
      </dgm:t>
    </dgm:pt>
    <dgm:pt modelId="{A9AF2A0D-99D7-47CD-9828-303B62553EF1}" type="pres">
      <dgm:prSet presAssocID="{C4A75B5B-703F-4D48-AAAC-271C3F8C8273}" presName="ChildComposite" presStyleCnt="0"/>
      <dgm:spPr/>
    </dgm:pt>
    <dgm:pt modelId="{88886D44-CD52-4D24-8E47-BFE89181BEB9}" type="pres">
      <dgm:prSet presAssocID="{C4A75B5B-703F-4D48-AAAC-271C3F8C8273}" presName="Child" presStyleLbl="node1" presStyleIdx="2" presStyleCnt="4" custScaleY="187275" custLinFactY="94935" custLinFactNeighborX="-817" custLinFactNeighborY="1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973FA04-4831-4D43-B0B3-04A4FFF73576}" type="pres">
      <dgm:prSet presAssocID="{C4A75B5B-703F-4D48-AAAC-271C3F8C8273}" presName="Parent" presStyleLbl="revTx" presStyleIdx="2" presStyleCnt="4" custScaleY="356749">
        <dgm:presLayoutVars>
          <dgm:chMax val="1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34684B-6265-4956-BAC1-8969109B2F6C}" type="pres">
      <dgm:prSet presAssocID="{FB6DE2B0-8FFD-4A73-8054-74ED55A8DD29}" presName="sibTrans" presStyleCnt="0"/>
      <dgm:spPr/>
    </dgm:pt>
    <dgm:pt modelId="{A346E512-603E-4816-A8D3-EE0CDBB70E81}" type="pres">
      <dgm:prSet presAssocID="{72943AD1-6011-4CE0-9ADB-B22DD917F62F}" presName="composite" presStyleCnt="0">
        <dgm:presLayoutVars>
          <dgm:chMax val="1"/>
          <dgm:chPref val="1"/>
        </dgm:presLayoutVars>
      </dgm:prSet>
      <dgm:spPr/>
    </dgm:pt>
    <dgm:pt modelId="{ABDCDF95-2EDA-4D0C-9E99-7731675CA261}" type="pres">
      <dgm:prSet presAssocID="{72943AD1-6011-4CE0-9ADB-B22DD917F62F}" presName="Accent" presStyleLbl="trAlignAcc1" presStyleIdx="3" presStyleCnt="4" custScaleY="201622">
        <dgm:presLayoutVars>
          <dgm:chMax val="0"/>
          <dgm:chPref val="0"/>
        </dgm:presLayoutVars>
      </dgm:prSet>
      <dgm:spPr/>
    </dgm:pt>
    <dgm:pt modelId="{D97A7AA8-193E-4823-9EC4-F9BA9D381456}" type="pres">
      <dgm:prSet presAssocID="{72943AD1-6011-4CE0-9ADB-B22DD917F62F}" presName="Image" presStyleLbl="alignImgPlace1" presStyleIdx="3" presStyleCnt="4" custScaleY="137768" custLinFactNeighborX="832" custLinFactNeighborY="-57233">
        <dgm:presLayoutVars>
          <dgm:chMax val="0"/>
          <dgm:chPref val="0"/>
        </dgm:presLayoutVars>
      </dgm:prSet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</dgm:spPr>
      <dgm:t>
        <a:bodyPr/>
        <a:lstStyle/>
        <a:p>
          <a:endParaRPr lang="en-US"/>
        </a:p>
      </dgm:t>
    </dgm:pt>
    <dgm:pt modelId="{08D134EC-B69C-4FC9-821E-75C00C715A07}" type="pres">
      <dgm:prSet presAssocID="{72943AD1-6011-4CE0-9ADB-B22DD917F62F}" presName="ChildComposite" presStyleCnt="0"/>
      <dgm:spPr/>
    </dgm:pt>
    <dgm:pt modelId="{0BF3D42C-71A9-4DC2-8E2A-D4242B7EF33E}" type="pres">
      <dgm:prSet presAssocID="{72943AD1-6011-4CE0-9ADB-B22DD917F62F}" presName="Child" presStyleLbl="node1" presStyleIdx="3" presStyleCnt="4" custScaleY="190559" custLinFactY="88650" custLinFactNeighborX="-1" custLinFactNeighborY="10000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DC20A2-42C8-418C-92BA-CD486B9264E7}" type="pres">
      <dgm:prSet presAssocID="{72943AD1-6011-4CE0-9ADB-B22DD917F62F}" presName="Parent" presStyleLbl="revTx" presStyleIdx="3" presStyleCnt="4" custScaleY="411969">
        <dgm:presLayoutVars>
          <dgm:chMax val="1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4E07F2F-28BF-416F-8BB4-23EA44127F5B}" type="presOf" srcId="{19B90155-649B-4E12-8E25-6BD5A9CB669B}" destId="{A38971C8-02D4-4CC9-9D5F-F492C4D09D72}" srcOrd="0" destOrd="0" presId="urn:microsoft.com/office/officeart/2008/layout/CaptionedPictures"/>
    <dgm:cxn modelId="{3905AD71-C123-470F-8331-790386289821}" srcId="{C4A75B5B-703F-4D48-AAAC-271C3F8C8273}" destId="{92E446F2-9E65-4878-800E-0994A92CBE4B}" srcOrd="0" destOrd="0" parTransId="{94A9635B-B4C6-42C8-8F34-4A19C49AE58A}" sibTransId="{3AB4D001-3E31-425B-A94F-BA6E72E0A630}"/>
    <dgm:cxn modelId="{6A0FD926-1720-48AC-9663-BA967892EB4A}" type="presOf" srcId="{72943AD1-6011-4CE0-9ADB-B22DD917F62F}" destId="{E6DC20A2-42C8-418C-92BA-CD486B9264E7}" srcOrd="0" destOrd="0" presId="urn:microsoft.com/office/officeart/2008/layout/CaptionedPictures"/>
    <dgm:cxn modelId="{FBDD9D7B-6995-4A93-B32D-5FD42B678A07}" type="presOf" srcId="{D173D6DA-B558-416E-A4EA-37131B5987CC}" destId="{01AE5E67-A43A-4FE3-BED8-C7A465FB61E1}" srcOrd="0" destOrd="0" presId="urn:microsoft.com/office/officeart/2008/layout/CaptionedPictures"/>
    <dgm:cxn modelId="{EAB9E94F-7755-46F6-AD4C-95C4ED305FDB}" srcId="{86E2C821-F9A6-4A18-9C7F-0D4A2DE6DFAC}" destId="{C4A75B5B-703F-4D48-AAAC-271C3F8C8273}" srcOrd="2" destOrd="0" parTransId="{1001F95F-DC13-49B4-BE78-F2CE8A104E33}" sibTransId="{FB6DE2B0-8FFD-4A73-8054-74ED55A8DD29}"/>
    <dgm:cxn modelId="{DD687020-FAF4-4DCD-8F24-9CCD9B3C7F77}" type="presOf" srcId="{C4A75B5B-703F-4D48-AAAC-271C3F8C8273}" destId="{4973FA04-4831-4D43-B0B3-04A4FFF73576}" srcOrd="0" destOrd="0" presId="urn:microsoft.com/office/officeart/2008/layout/CaptionedPictures"/>
    <dgm:cxn modelId="{893459E3-2FF7-4054-937B-150F40EB6448}" srcId="{D173D6DA-B558-416E-A4EA-37131B5987CC}" destId="{7354AC14-C555-4232-9950-516EE578A806}" srcOrd="0" destOrd="0" parTransId="{DC0DBEA1-7B7E-4B5C-8343-5433ED9F0E1F}" sibTransId="{04F32CA1-97F1-4EAE-86C0-D7EDEB45438B}"/>
    <dgm:cxn modelId="{D963F902-2439-4F2F-BB6A-97C2048DF143}" srcId="{86E2C821-F9A6-4A18-9C7F-0D4A2DE6DFAC}" destId="{572D04E0-DCCD-4B5C-91FF-51460E0175DB}" srcOrd="0" destOrd="0" parTransId="{65F0108F-25BD-4A6B-978E-051C8F11746F}" sibTransId="{76ACB9E2-F073-49A5-B1EA-DE90571F4106}"/>
    <dgm:cxn modelId="{628579F0-A819-4BA4-9ECD-91E3154980DE}" type="presOf" srcId="{7354AC14-C555-4232-9950-516EE578A806}" destId="{036BD429-7A6A-4563-8399-C6269B7557A9}" srcOrd="0" destOrd="0" presId="urn:microsoft.com/office/officeart/2008/layout/CaptionedPictures"/>
    <dgm:cxn modelId="{F29DCA7E-68A4-4F5F-AC47-E709D0D51D20}" srcId="{86E2C821-F9A6-4A18-9C7F-0D4A2DE6DFAC}" destId="{72943AD1-6011-4CE0-9ADB-B22DD917F62F}" srcOrd="3" destOrd="0" parTransId="{D3C3999A-0445-4F4C-93BA-96908CDEF42F}" sibTransId="{36C4B296-1889-4564-8CF6-9DB784C358F9}"/>
    <dgm:cxn modelId="{ABCEA1B4-6ED4-41D6-9791-2A0D6607EC6D}" srcId="{572D04E0-DCCD-4B5C-91FF-51460E0175DB}" destId="{19B90155-649B-4E12-8E25-6BD5A9CB669B}" srcOrd="0" destOrd="0" parTransId="{D871265A-8B2B-44DD-A03D-3675351C0373}" sibTransId="{160D0AF0-7C1E-468F-9918-55B1CC4E3E29}"/>
    <dgm:cxn modelId="{68636C88-9168-4FE1-ADD9-A5BA95A13EE5}" type="presOf" srcId="{572D04E0-DCCD-4B5C-91FF-51460E0175DB}" destId="{4EEE5FDA-E2A8-4E32-886D-EAFE920B66AF}" srcOrd="0" destOrd="0" presId="urn:microsoft.com/office/officeart/2008/layout/CaptionedPictures"/>
    <dgm:cxn modelId="{99CDEDF2-7AD7-43EB-BE50-89C59B6C0F45}" srcId="{72943AD1-6011-4CE0-9ADB-B22DD917F62F}" destId="{24185494-A325-4132-9740-6AA251BF3649}" srcOrd="0" destOrd="0" parTransId="{7F9DE355-6FE9-4CA7-8F90-234AEFF29F35}" sibTransId="{6F91D96A-949B-4DA7-926D-529F9BF5BE88}"/>
    <dgm:cxn modelId="{A1766BA2-9D71-4AD1-848B-5C03C0853BC1}" srcId="{86E2C821-F9A6-4A18-9C7F-0D4A2DE6DFAC}" destId="{D173D6DA-B558-416E-A4EA-37131B5987CC}" srcOrd="1" destOrd="0" parTransId="{12FBC703-D45C-4DEC-A99E-0E2D1D1E4ABF}" sibTransId="{DA18762A-5477-4A50-AD22-C6DE10F1EE1F}"/>
    <dgm:cxn modelId="{764F46B2-6412-4360-8D69-8159B4E9AB16}" type="presOf" srcId="{24185494-A325-4132-9740-6AA251BF3649}" destId="{0BF3D42C-71A9-4DC2-8E2A-D4242B7EF33E}" srcOrd="0" destOrd="0" presId="urn:microsoft.com/office/officeart/2008/layout/CaptionedPictures"/>
    <dgm:cxn modelId="{F8D4840B-D30E-43D2-92AC-A80842A97F2D}" type="presOf" srcId="{92E446F2-9E65-4878-800E-0994A92CBE4B}" destId="{88886D44-CD52-4D24-8E47-BFE89181BEB9}" srcOrd="0" destOrd="0" presId="urn:microsoft.com/office/officeart/2008/layout/CaptionedPictures"/>
    <dgm:cxn modelId="{B1F8A853-CC01-400B-B88A-A9B5F980958C}" type="presOf" srcId="{86E2C821-F9A6-4A18-9C7F-0D4A2DE6DFAC}" destId="{2CA34E70-5F15-40B6-BDEC-4EBA23776072}" srcOrd="0" destOrd="0" presId="urn:microsoft.com/office/officeart/2008/layout/CaptionedPictures"/>
    <dgm:cxn modelId="{0529C87B-F600-468D-A6B2-5B13A9E82D2B}" type="presParOf" srcId="{2CA34E70-5F15-40B6-BDEC-4EBA23776072}" destId="{22024967-3B96-4E29-9919-E2E6D3079323}" srcOrd="0" destOrd="0" presId="urn:microsoft.com/office/officeart/2008/layout/CaptionedPictures"/>
    <dgm:cxn modelId="{CE01AFB5-13FD-43C3-92DB-20C58150F493}" type="presParOf" srcId="{22024967-3B96-4E29-9919-E2E6D3079323}" destId="{404DF534-2A81-41F1-9795-331B95FCB761}" srcOrd="0" destOrd="0" presId="urn:microsoft.com/office/officeart/2008/layout/CaptionedPictures"/>
    <dgm:cxn modelId="{B7F40D8B-BAA8-41C6-80A4-71DF72E2D029}" type="presParOf" srcId="{22024967-3B96-4E29-9919-E2E6D3079323}" destId="{BF33F799-F8FA-4D2F-A1EB-DD87350F1DCA}" srcOrd="1" destOrd="0" presId="urn:microsoft.com/office/officeart/2008/layout/CaptionedPictures"/>
    <dgm:cxn modelId="{FA6EB371-A050-45CE-964D-D362F9402A01}" type="presParOf" srcId="{22024967-3B96-4E29-9919-E2E6D3079323}" destId="{9EC68EF1-BC58-4E54-AF02-139BEEC7F02B}" srcOrd="2" destOrd="0" presId="urn:microsoft.com/office/officeart/2008/layout/CaptionedPictures"/>
    <dgm:cxn modelId="{400AAFDA-2618-49CD-9337-C194E97BE971}" type="presParOf" srcId="{9EC68EF1-BC58-4E54-AF02-139BEEC7F02B}" destId="{A38971C8-02D4-4CC9-9D5F-F492C4D09D72}" srcOrd="0" destOrd="0" presId="urn:microsoft.com/office/officeart/2008/layout/CaptionedPictures"/>
    <dgm:cxn modelId="{82C0EEC2-FD17-47C8-95DA-BD6C6B9DBE0F}" type="presParOf" srcId="{9EC68EF1-BC58-4E54-AF02-139BEEC7F02B}" destId="{4EEE5FDA-E2A8-4E32-886D-EAFE920B66AF}" srcOrd="1" destOrd="0" presId="urn:microsoft.com/office/officeart/2008/layout/CaptionedPictures"/>
    <dgm:cxn modelId="{57A7BDA8-1614-4933-95F0-14274D0F9EDE}" type="presParOf" srcId="{2CA34E70-5F15-40B6-BDEC-4EBA23776072}" destId="{EC778856-DE4B-429C-9B2F-A2BD6711F3C4}" srcOrd="1" destOrd="0" presId="urn:microsoft.com/office/officeart/2008/layout/CaptionedPictures"/>
    <dgm:cxn modelId="{296913B0-3400-459A-8339-8F1048A4D404}" type="presParOf" srcId="{2CA34E70-5F15-40B6-BDEC-4EBA23776072}" destId="{46BAB0F9-7747-476B-BAAE-8ABC5EBEE2AE}" srcOrd="2" destOrd="0" presId="urn:microsoft.com/office/officeart/2008/layout/CaptionedPictures"/>
    <dgm:cxn modelId="{77A407AC-61FB-4CE0-A6A9-4F6C97B8FD72}" type="presParOf" srcId="{46BAB0F9-7747-476B-BAAE-8ABC5EBEE2AE}" destId="{F13A962A-7E22-4270-A263-3FBA6413C37D}" srcOrd="0" destOrd="0" presId="urn:microsoft.com/office/officeart/2008/layout/CaptionedPictures"/>
    <dgm:cxn modelId="{37F41B05-08C2-4654-AE25-50CA83A15206}" type="presParOf" srcId="{46BAB0F9-7747-476B-BAAE-8ABC5EBEE2AE}" destId="{A63B9CB7-84D7-49C5-A4DE-6BFE4964A9C2}" srcOrd="1" destOrd="0" presId="urn:microsoft.com/office/officeart/2008/layout/CaptionedPictures"/>
    <dgm:cxn modelId="{D6377891-AC45-4979-8774-069A8B036922}" type="presParOf" srcId="{46BAB0F9-7747-476B-BAAE-8ABC5EBEE2AE}" destId="{30F69765-947A-44C9-BE9B-17EB423BAFC2}" srcOrd="2" destOrd="0" presId="urn:microsoft.com/office/officeart/2008/layout/CaptionedPictures"/>
    <dgm:cxn modelId="{08A7A2C3-EDA1-44F3-8438-D925D1414370}" type="presParOf" srcId="{30F69765-947A-44C9-BE9B-17EB423BAFC2}" destId="{036BD429-7A6A-4563-8399-C6269B7557A9}" srcOrd="0" destOrd="0" presId="urn:microsoft.com/office/officeart/2008/layout/CaptionedPictures"/>
    <dgm:cxn modelId="{994AC238-197E-4DE6-AC62-3930548FC2BC}" type="presParOf" srcId="{30F69765-947A-44C9-BE9B-17EB423BAFC2}" destId="{01AE5E67-A43A-4FE3-BED8-C7A465FB61E1}" srcOrd="1" destOrd="0" presId="urn:microsoft.com/office/officeart/2008/layout/CaptionedPictures"/>
    <dgm:cxn modelId="{702217D5-B4BF-4705-8742-870EA96A1A4D}" type="presParOf" srcId="{2CA34E70-5F15-40B6-BDEC-4EBA23776072}" destId="{4E810EB9-44F1-41D6-9956-CF8470F28AE8}" srcOrd="3" destOrd="0" presId="urn:microsoft.com/office/officeart/2008/layout/CaptionedPictures"/>
    <dgm:cxn modelId="{1B348A02-6958-48A2-AD22-F8F571033943}" type="presParOf" srcId="{2CA34E70-5F15-40B6-BDEC-4EBA23776072}" destId="{C6A4A581-49F4-4339-9D48-D91846C004B4}" srcOrd="4" destOrd="0" presId="urn:microsoft.com/office/officeart/2008/layout/CaptionedPictures"/>
    <dgm:cxn modelId="{D4754C3F-FC4F-4C81-9B33-60F2DC3627D1}" type="presParOf" srcId="{C6A4A581-49F4-4339-9D48-D91846C004B4}" destId="{0768246B-84D3-401D-98B8-EE6B4C2E6D94}" srcOrd="0" destOrd="0" presId="urn:microsoft.com/office/officeart/2008/layout/CaptionedPictures"/>
    <dgm:cxn modelId="{42C050C8-2B60-4669-8F7B-A99CBCECC761}" type="presParOf" srcId="{C6A4A581-49F4-4339-9D48-D91846C004B4}" destId="{35B32D6C-795F-4DFA-AB3B-EB19AAF917FF}" srcOrd="1" destOrd="0" presId="urn:microsoft.com/office/officeart/2008/layout/CaptionedPictures"/>
    <dgm:cxn modelId="{F8021D90-C44B-4C3C-8860-1CEAB746DDF8}" type="presParOf" srcId="{C6A4A581-49F4-4339-9D48-D91846C004B4}" destId="{A9AF2A0D-99D7-47CD-9828-303B62553EF1}" srcOrd="2" destOrd="0" presId="urn:microsoft.com/office/officeart/2008/layout/CaptionedPictures"/>
    <dgm:cxn modelId="{B16F367E-759D-4B3A-81F0-236BD811E5F6}" type="presParOf" srcId="{A9AF2A0D-99D7-47CD-9828-303B62553EF1}" destId="{88886D44-CD52-4D24-8E47-BFE89181BEB9}" srcOrd="0" destOrd="0" presId="urn:microsoft.com/office/officeart/2008/layout/CaptionedPictures"/>
    <dgm:cxn modelId="{11E8CE3B-80F0-4DDA-8318-ADA52BCDF833}" type="presParOf" srcId="{A9AF2A0D-99D7-47CD-9828-303B62553EF1}" destId="{4973FA04-4831-4D43-B0B3-04A4FFF73576}" srcOrd="1" destOrd="0" presId="urn:microsoft.com/office/officeart/2008/layout/CaptionedPictures"/>
    <dgm:cxn modelId="{0AE63DB9-C1CA-497C-899E-BD36FAD2F85D}" type="presParOf" srcId="{2CA34E70-5F15-40B6-BDEC-4EBA23776072}" destId="{E834684B-6265-4956-BAC1-8969109B2F6C}" srcOrd="5" destOrd="0" presId="urn:microsoft.com/office/officeart/2008/layout/CaptionedPictures"/>
    <dgm:cxn modelId="{679127A2-D60D-4466-8FDD-DE9A9A41B88A}" type="presParOf" srcId="{2CA34E70-5F15-40B6-BDEC-4EBA23776072}" destId="{A346E512-603E-4816-A8D3-EE0CDBB70E81}" srcOrd="6" destOrd="0" presId="urn:microsoft.com/office/officeart/2008/layout/CaptionedPictures"/>
    <dgm:cxn modelId="{239B5076-E5B9-4F46-9463-8CF62416C258}" type="presParOf" srcId="{A346E512-603E-4816-A8D3-EE0CDBB70E81}" destId="{ABDCDF95-2EDA-4D0C-9E99-7731675CA261}" srcOrd="0" destOrd="0" presId="urn:microsoft.com/office/officeart/2008/layout/CaptionedPictures"/>
    <dgm:cxn modelId="{473AD6EB-81A3-4892-A1EB-6E297BE80E23}" type="presParOf" srcId="{A346E512-603E-4816-A8D3-EE0CDBB70E81}" destId="{D97A7AA8-193E-4823-9EC4-F9BA9D381456}" srcOrd="1" destOrd="0" presId="urn:microsoft.com/office/officeart/2008/layout/CaptionedPictures"/>
    <dgm:cxn modelId="{1F6A5339-EA57-47F2-8EAD-45FAC91ED857}" type="presParOf" srcId="{A346E512-603E-4816-A8D3-EE0CDBB70E81}" destId="{08D134EC-B69C-4FC9-821E-75C00C715A07}" srcOrd="2" destOrd="0" presId="urn:microsoft.com/office/officeart/2008/layout/CaptionedPictures"/>
    <dgm:cxn modelId="{6FA79F17-E068-4255-89BD-CA166787CA6A}" type="presParOf" srcId="{08D134EC-B69C-4FC9-821E-75C00C715A07}" destId="{0BF3D42C-71A9-4DC2-8E2A-D4242B7EF33E}" srcOrd="0" destOrd="0" presId="urn:microsoft.com/office/officeart/2008/layout/CaptionedPictures"/>
    <dgm:cxn modelId="{0DF38C8B-3E4F-4B16-B971-6A74E310EA10}" type="presParOf" srcId="{08D134EC-B69C-4FC9-821E-75C00C715A07}" destId="{E6DC20A2-42C8-418C-92BA-CD486B9264E7}" srcOrd="1" destOrd="0" presId="urn:microsoft.com/office/officeart/2008/layout/CaptionedPicture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4DF534-2A81-41F1-9795-331B95FCB761}">
      <dsp:nvSpPr>
        <dsp:cNvPr id="0" name=""/>
        <dsp:cNvSpPr/>
      </dsp:nvSpPr>
      <dsp:spPr>
        <a:xfrm>
          <a:off x="5837" y="137548"/>
          <a:ext cx="2511390" cy="5968510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33F799-F8FA-4D2F-A1EB-DD87350F1DCA}">
      <dsp:nvSpPr>
        <dsp:cNvPr id="0" name=""/>
        <dsp:cNvSpPr/>
      </dsp:nvSpPr>
      <dsp:spPr>
        <a:xfrm>
          <a:off x="131407" y="249405"/>
          <a:ext cx="2260251" cy="27075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7000" b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8971C8-02D4-4CC9-9D5F-F492C4D09D72}">
      <dsp:nvSpPr>
        <dsp:cNvPr id="0" name=""/>
        <dsp:cNvSpPr/>
      </dsp:nvSpPr>
      <dsp:spPr>
        <a:xfrm>
          <a:off x="122162" y="4790934"/>
          <a:ext cx="2260251" cy="9132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Samples of internal trainings are Leaders for growth, Mint, FLLP</a:t>
          </a:r>
          <a:endParaRPr lang="en-US" sz="1500" b="1" kern="1200" dirty="0"/>
        </a:p>
      </dsp:txBody>
      <dsp:txXfrm>
        <a:off x="122162" y="4790934"/>
        <a:ext cx="2260251" cy="913239"/>
      </dsp:txXfrm>
    </dsp:sp>
    <dsp:sp modelId="{4EEE5FDA-E2A8-4E32-886D-EAFE920B66AF}">
      <dsp:nvSpPr>
        <dsp:cNvPr id="0" name=""/>
        <dsp:cNvSpPr/>
      </dsp:nvSpPr>
      <dsp:spPr>
        <a:xfrm>
          <a:off x="131407" y="3375259"/>
          <a:ext cx="2260251" cy="11180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err="1" smtClean="0"/>
            <a:t>Programmes</a:t>
          </a:r>
          <a:r>
            <a:rPr lang="en-US" sz="1600" b="1" kern="1200" dirty="0" smtClean="0"/>
            <a:t> focused on developing yourself and your team to become the next line of leaders in Al-Futtaim</a:t>
          </a:r>
          <a:endParaRPr lang="en-US" sz="1600" b="1" kern="1200" dirty="0"/>
        </a:p>
      </dsp:txBody>
      <dsp:txXfrm>
        <a:off x="131407" y="3375259"/>
        <a:ext cx="2260251" cy="1118045"/>
      </dsp:txXfrm>
    </dsp:sp>
    <dsp:sp modelId="{F13A962A-7E22-4270-A263-3FBA6413C37D}">
      <dsp:nvSpPr>
        <dsp:cNvPr id="0" name=""/>
        <dsp:cNvSpPr/>
      </dsp:nvSpPr>
      <dsp:spPr>
        <a:xfrm>
          <a:off x="3071797" y="116335"/>
          <a:ext cx="2511390" cy="6011883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3B9CB7-84D7-49C5-A4DE-6BFE4964A9C2}">
      <dsp:nvSpPr>
        <dsp:cNvPr id="0" name=""/>
        <dsp:cNvSpPr/>
      </dsp:nvSpPr>
      <dsp:spPr>
        <a:xfrm>
          <a:off x="3215856" y="250154"/>
          <a:ext cx="2260251" cy="2718143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000" b="-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6BD429-7A6A-4563-8399-C6269B7557A9}">
      <dsp:nvSpPr>
        <dsp:cNvPr id="0" name=""/>
        <dsp:cNvSpPr/>
      </dsp:nvSpPr>
      <dsp:spPr>
        <a:xfrm>
          <a:off x="3215856" y="4812341"/>
          <a:ext cx="2260251" cy="9405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Lean six sigma, PMF, PMA, Finance academy, Retail Academy, </a:t>
          </a:r>
          <a:r>
            <a:rPr lang="en-US" sz="1500" b="1" kern="1200" dirty="0" err="1" smtClean="0"/>
            <a:t>etc</a:t>
          </a:r>
          <a:endParaRPr lang="en-US" sz="1500" kern="1200" dirty="0"/>
        </a:p>
      </dsp:txBody>
      <dsp:txXfrm>
        <a:off x="3215856" y="4812341"/>
        <a:ext cx="2260251" cy="940561"/>
      </dsp:txXfrm>
    </dsp:sp>
    <dsp:sp modelId="{01AE5E67-A43A-4FE3-BED8-C7A465FB61E1}">
      <dsp:nvSpPr>
        <dsp:cNvPr id="0" name=""/>
        <dsp:cNvSpPr/>
      </dsp:nvSpPr>
      <dsp:spPr>
        <a:xfrm>
          <a:off x="3197367" y="3400416"/>
          <a:ext cx="2260251" cy="990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err="1" smtClean="0"/>
            <a:t>Programmes</a:t>
          </a:r>
          <a:r>
            <a:rPr lang="en-US" sz="1600" b="1" kern="1200" dirty="0" smtClean="0"/>
            <a:t> designed to develop functional knowledge and skills specific to your role.</a:t>
          </a:r>
          <a:endParaRPr lang="en-US" sz="1600" b="1" kern="1200" dirty="0"/>
        </a:p>
      </dsp:txBody>
      <dsp:txXfrm>
        <a:off x="3197367" y="3400416"/>
        <a:ext cx="2260251" cy="990092"/>
      </dsp:txXfrm>
    </dsp:sp>
    <dsp:sp modelId="{0768246B-84D3-401D-98B8-EE6B4C2E6D94}">
      <dsp:nvSpPr>
        <dsp:cNvPr id="0" name=""/>
        <dsp:cNvSpPr/>
      </dsp:nvSpPr>
      <dsp:spPr>
        <a:xfrm>
          <a:off x="6137758" y="152883"/>
          <a:ext cx="2511390" cy="5938787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B32D6C-795F-4DFA-AB3B-EB19AAF917FF}">
      <dsp:nvSpPr>
        <dsp:cNvPr id="0" name=""/>
        <dsp:cNvSpPr/>
      </dsp:nvSpPr>
      <dsp:spPr>
        <a:xfrm>
          <a:off x="6263327" y="245996"/>
          <a:ext cx="2260251" cy="26827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7000" b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886D44-CD52-4D24-8E47-BFE89181BEB9}">
      <dsp:nvSpPr>
        <dsp:cNvPr id="0" name=""/>
        <dsp:cNvSpPr/>
      </dsp:nvSpPr>
      <dsp:spPr>
        <a:xfrm>
          <a:off x="6244861" y="4819101"/>
          <a:ext cx="2260251" cy="9405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Code of conducts, grievance, </a:t>
          </a:r>
          <a:r>
            <a:rPr lang="en-US" sz="1500" b="1" kern="1200" dirty="0" err="1" smtClean="0"/>
            <a:t>etc</a:t>
          </a:r>
          <a:endParaRPr lang="en-US" sz="1500" kern="1200" dirty="0"/>
        </a:p>
      </dsp:txBody>
      <dsp:txXfrm>
        <a:off x="6244861" y="4819101"/>
        <a:ext cx="2260251" cy="940596"/>
      </dsp:txXfrm>
    </dsp:sp>
    <dsp:sp modelId="{4973FA04-4831-4D43-B0B3-04A4FFF73576}">
      <dsp:nvSpPr>
        <dsp:cNvPr id="0" name=""/>
        <dsp:cNvSpPr/>
      </dsp:nvSpPr>
      <dsp:spPr>
        <a:xfrm>
          <a:off x="6263327" y="3384399"/>
          <a:ext cx="2260251" cy="1054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Mandatory courses in alignment with the Al-Futtaim way policies and procedures.</a:t>
          </a:r>
          <a:endParaRPr lang="en-US" sz="1600" b="1" kern="1200" dirty="0"/>
        </a:p>
      </dsp:txBody>
      <dsp:txXfrm>
        <a:off x="6263327" y="3384399"/>
        <a:ext cx="2260251" cy="1054126"/>
      </dsp:txXfrm>
    </dsp:sp>
    <dsp:sp modelId="{ABDCDF95-2EDA-4D0C-9E99-7731675CA261}">
      <dsp:nvSpPr>
        <dsp:cNvPr id="0" name=""/>
        <dsp:cNvSpPr/>
      </dsp:nvSpPr>
      <dsp:spPr>
        <a:xfrm>
          <a:off x="9203718" y="143738"/>
          <a:ext cx="2511390" cy="5957076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7A7AA8-193E-4823-9EC4-F9BA9D381456}">
      <dsp:nvSpPr>
        <dsp:cNvPr id="0" name=""/>
        <dsp:cNvSpPr/>
      </dsp:nvSpPr>
      <dsp:spPr>
        <a:xfrm>
          <a:off x="9348093" y="301363"/>
          <a:ext cx="2260251" cy="2645799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8000" b="-8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F3D42C-71A9-4DC2-8E2A-D4242B7EF33E}">
      <dsp:nvSpPr>
        <dsp:cNvPr id="0" name=""/>
        <dsp:cNvSpPr/>
      </dsp:nvSpPr>
      <dsp:spPr>
        <a:xfrm>
          <a:off x="9329265" y="4815955"/>
          <a:ext cx="2260251" cy="9570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/>
            <a:t>Open calendar courses, presentation skills, business report writing, communication skills.</a:t>
          </a:r>
          <a:endParaRPr lang="en-US" sz="1500" kern="1200" dirty="0"/>
        </a:p>
      </dsp:txBody>
      <dsp:txXfrm>
        <a:off x="9329265" y="4815955"/>
        <a:ext cx="2260251" cy="957090"/>
      </dsp:txXfrm>
    </dsp:sp>
    <dsp:sp modelId="{E6DC20A2-42C8-418C-92BA-CD486B9264E7}">
      <dsp:nvSpPr>
        <dsp:cNvPr id="0" name=""/>
        <dsp:cNvSpPr/>
      </dsp:nvSpPr>
      <dsp:spPr>
        <a:xfrm>
          <a:off x="9329287" y="3339484"/>
          <a:ext cx="2260251" cy="1217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err="1" smtClean="0"/>
            <a:t>Programmes</a:t>
          </a:r>
          <a:r>
            <a:rPr lang="en-US" sz="1600" b="1" kern="1200" dirty="0" smtClean="0"/>
            <a:t> aimed to enhance your personal development</a:t>
          </a:r>
          <a:endParaRPr lang="en-US" sz="1600" b="1" kern="1200" dirty="0"/>
        </a:p>
      </dsp:txBody>
      <dsp:txXfrm>
        <a:off x="9329287" y="3339484"/>
        <a:ext cx="2260251" cy="12172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aptionedPictures">
  <dgm:title val=""/>
  <dgm:desc val=""/>
  <dgm:catLst>
    <dgm:cat type="picture" pri="5000"/>
    <dgm:cat type="pictureconvert" pri="5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  <dgm:cxn modelId="90" srcId="0" destId="40" srcOrd="3" destOrd="0"/>
        <dgm:cxn modelId="42" srcId="40" destId="4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op="equ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varLst>
          <dgm:chMax val="1"/>
          <dgm:chPref val="1"/>
        </dgm:varLst>
        <dgm:alg type="composite">
          <dgm:param type="ar" val="0.85"/>
        </dgm:alg>
        <dgm:shape xmlns:r="http://schemas.openxmlformats.org/officeDocument/2006/relationships" r:blip="">
          <dgm:adjLst/>
        </dgm:shape>
        <dgm:constrLst>
          <dgm:constr type="l" for="ch" forName="Accent" refType="w" fact="0"/>
          <dgm:constr type="t" for="ch" forName="Accent" refType="h" fact="0"/>
          <dgm:constr type="w" for="ch" forName="Accent" refType="w"/>
          <dgm:constr type="h" for="ch" forName="Accent" refType="h"/>
          <dgm:constr type="l" for="ch" forName="Image" refType="w" fact="0.05"/>
          <dgm:constr type="t" for="ch" forName="Image" refType="h" fact="0.04"/>
          <dgm:constr type="w" for="ch" forName="Image" refType="w" fact="0.9"/>
          <dgm:constr type="h" for="ch" forName="Image" refType="h" fact="0.65"/>
          <dgm:constr type="l" for="ch" forName="ChildComposite" refType="w" fact="0.05"/>
          <dgm:constr type="t" for="ch" forName="ChildComposite" refType="h" fact="0.69"/>
          <dgm:constr type="w" for="ch" forName="ChildComposite" refType="w" fact="0.9"/>
          <dgm:constr type="h" for="ch" forName="ChildComposite" refType="h" fact="0.27"/>
        </dgm:constrLst>
        <dgm:layoutNode name="Accent" styleLbl="trAlignAcc1">
          <dgm:varLst>
            <dgm:chMax val="0"/>
            <dgm:chPref val="0"/>
          </dgm:varLst>
          <dgm:alg type="sp"/>
          <dgm:shape xmlns:r="http://schemas.openxmlformats.org/officeDocument/2006/relationships" type="rect" r:blip="">
            <dgm:adjLst/>
          </dgm:shape>
          <dgm:presOf/>
        </dgm:layoutNode>
        <dgm:layoutNode name="Image" styleLbl="alignImgPlace1">
          <dgm:varLst>
            <dgm:chMax val="0"/>
            <dgm:chPref val="0"/>
          </dgm:varLst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ChildComposite">
          <dgm:alg type="composite"/>
          <dgm:shape xmlns:r="http://schemas.openxmlformats.org/officeDocument/2006/relationships" r:blip="">
            <dgm:adjLst/>
          </dgm:shape>
          <dgm:choose name="Name4">
            <dgm:if name="Name5" axis="ch" ptType="node" func="cnt" op="gte" val="1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 fact="0.3704"/>
                <dgm:constr type="l" for="ch" forName="Child" refType="w" fact="0"/>
                <dgm:constr type="t" for="ch" forName="Child" refType="h" fact="0.3704"/>
                <dgm:constr type="w" for="ch" forName="Child" refType="w"/>
                <dgm:constr type="h" for="ch" forName="Child" refType="h" fact="0.6296"/>
              </dgm:constrLst>
            </dgm:if>
            <dgm:else name="Name6">
              <dgm:constrLst>
                <dgm:constr type="l" for="ch" forName="Parent" refType="w" fact="0"/>
                <dgm:constr type="t" for="ch" forName="Parent" refType="h" fact="0"/>
                <dgm:constr type="w" for="ch" forName="Parent" refType="w"/>
                <dgm:constr type="h" for="ch" forName="Parent" refType="h"/>
                <dgm:constr type="l" for="ch" forName="Child" refType="w" fact="0"/>
                <dgm:constr type="t" for="ch" forName="Child" refType="h" fact="0"/>
                <dgm:constr type="w" for="ch" forName="Child" refType="w" fact="0"/>
                <dgm:constr type="h" for="ch" forName="Child" refType="h" fact="0"/>
              </dgm:constrLst>
            </dgm:else>
          </dgm:choose>
          <dgm:layoutNode name="Child" styleLbl="node1">
            <dgm:varLst>
              <dgm:chMax val="0"/>
              <dgm:chPref val="0"/>
              <dgm:bulletEnabled val="1"/>
            </dgm:varLst>
            <dgm:choose name="Name7">
              <dgm:if name="Name8" axis="ch" ptType="node" func="cnt" op="gt" val="1">
                <dgm:alg type="tx">
                  <dgm:param type="parTxLTRAlign" val="l"/>
                  <dgm:param type="parTxRTLAlign" val="r"/>
                  <dgm:param type="txAnchorVert" val="mid"/>
                  <dgm:param type="txAnchorVertCh" val="mid"/>
                </dgm:alg>
              </dgm:if>
              <dgm:else name="Name9">
                <dgm:alg type="tx">
                  <dgm:param type="parTxLTRAlign" val="ctr"/>
                  <dgm:param type="parTxRTLAlign" val="ctr"/>
                  <dgm:param type="shpTxLTRAlignCh" val="l"/>
                  <dgm:param type="shpTxRTLAlignCh" val="r"/>
                  <dgm:param type="txAnchorVert" val="mid"/>
                  <dgm:param type="txAnchorVertCh" val="mid"/>
                </dgm:alg>
              </dgm:else>
            </dgm:choose>
            <dgm:choose name="Name10">
              <dgm:if name="Name11" axis="ch" ptType="node" func="cnt" op="gte" val="1">
                <dgm:shape xmlns:r="http://schemas.openxmlformats.org/officeDocument/2006/relationships" type="rect" r:blip="">
                  <dgm:adjLst/>
                </dgm:shape>
              </dgm:if>
              <dgm:else name="Name12">
                <dgm:shape xmlns:r="http://schemas.openxmlformats.org/officeDocument/2006/relationships" type="rect" r:blip="" hideGeom="1">
                  <dgm:adjLst/>
                </dgm:shape>
              </dgm:else>
            </dgm:choose>
            <dgm:choose name="Name13">
              <dgm:if name="Name14" axis="ch" ptType="node" func="cnt" op="gte" val="1">
                <dgm:presOf axis="des" ptType="node"/>
              </dgm:if>
              <dgm:else name="Name15">
                <dgm:presOf/>
              </dgm:else>
            </dgm:choose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Parent" styleLbl="revTx">
            <dgm:varLst>
              <dgm:chMax val="1"/>
              <dgm:chPref val="0"/>
              <dgm:bulletEnabled val="1"/>
            </dgm:varLst>
            <dgm:alg type="tx">
              <dgm:param type="shpTxLTRAlignCh" val="ctr"/>
              <dgm:param type="txAnchorVert" val="mid"/>
            </dgm:alg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B8D8-4544-44EE-91A0-12B9A4E74D2D}" type="datetimeFigureOut">
              <a:rPr lang="en-US" smtClean="0"/>
              <a:t>28/10/2019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DDC0-D60C-453D-A5FA-675B10EE7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467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B8D8-4544-44EE-91A0-12B9A4E74D2D}" type="datetimeFigureOut">
              <a:rPr lang="en-US" smtClean="0"/>
              <a:t>28/10/2019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DDC0-D60C-453D-A5FA-675B10EE7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92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B8D8-4544-44EE-91A0-12B9A4E74D2D}" type="datetimeFigureOut">
              <a:rPr lang="en-US" smtClean="0"/>
              <a:t>28/10/2019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DDC0-D60C-453D-A5FA-675B10EE7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47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B8D8-4544-44EE-91A0-12B9A4E74D2D}" type="datetimeFigureOut">
              <a:rPr lang="en-US" smtClean="0"/>
              <a:t>28/10/2019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DDC0-D60C-453D-A5FA-675B10EE7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29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B8D8-4544-44EE-91A0-12B9A4E74D2D}" type="datetimeFigureOut">
              <a:rPr lang="en-US" smtClean="0"/>
              <a:t>28/10/2019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DDC0-D60C-453D-A5FA-675B10EE7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230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B8D8-4544-44EE-91A0-12B9A4E74D2D}" type="datetimeFigureOut">
              <a:rPr lang="en-US" smtClean="0"/>
              <a:t>28/10/2019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DDC0-D60C-453D-A5FA-675B10EE7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25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B8D8-4544-44EE-91A0-12B9A4E74D2D}" type="datetimeFigureOut">
              <a:rPr lang="en-US" smtClean="0"/>
              <a:t>28/10/2019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DDC0-D60C-453D-A5FA-675B10EE7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10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B8D8-4544-44EE-91A0-12B9A4E74D2D}" type="datetimeFigureOut">
              <a:rPr lang="en-US" smtClean="0"/>
              <a:t>28/10/2019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DDC0-D60C-453D-A5FA-675B10EE7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86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B8D8-4544-44EE-91A0-12B9A4E74D2D}" type="datetimeFigureOut">
              <a:rPr lang="en-US" smtClean="0"/>
              <a:t>28/10/2019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DDC0-D60C-453D-A5FA-675B10EE7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1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B8D8-4544-44EE-91A0-12B9A4E74D2D}" type="datetimeFigureOut">
              <a:rPr lang="en-US" smtClean="0"/>
              <a:t>28/10/2019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DDC0-D60C-453D-A5FA-675B10EE7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807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B8D8-4544-44EE-91A0-12B9A4E74D2D}" type="datetimeFigureOut">
              <a:rPr lang="en-US" smtClean="0"/>
              <a:t>28/10/2019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DDDC0-D60C-453D-A5FA-675B10EE7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448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56B8D8-4544-44EE-91A0-12B9A4E74D2D}" type="datetimeFigureOut">
              <a:rPr lang="en-US" smtClean="0"/>
              <a:t>28/10/2019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DDDC0-D60C-453D-A5FA-675B10EE7C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93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925813559"/>
              </p:ext>
            </p:extLst>
          </p:nvPr>
        </p:nvGraphicFramePr>
        <p:xfrm>
          <a:off x="221672" y="276320"/>
          <a:ext cx="11720946" cy="6244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2323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068024" y="2110562"/>
            <a:ext cx="1828800" cy="248270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717" y="2323213"/>
            <a:ext cx="1505414" cy="1828800"/>
          </a:xfrm>
          <a:solidFill>
            <a:schemeClr val="accent1">
              <a:lumMod val="75000"/>
            </a:schemeClr>
          </a:solidFill>
        </p:spPr>
      </p:pic>
      <p:sp>
        <p:nvSpPr>
          <p:cNvPr id="7" name="Rectangle 6"/>
          <p:cNvSpPr/>
          <p:nvPr/>
        </p:nvSpPr>
        <p:spPr>
          <a:xfrm>
            <a:off x="4070489" y="2110562"/>
            <a:ext cx="1828800" cy="248270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182" y="2323213"/>
            <a:ext cx="1505414" cy="1828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60982" y="2110562"/>
            <a:ext cx="1828800" cy="248270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051475" y="2110562"/>
            <a:ext cx="1828800" cy="248270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674" y="2328528"/>
            <a:ext cx="1505415" cy="18288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3167" y="2323213"/>
            <a:ext cx="150541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4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FCA07FC384074C97B48C4EDACCA750" ma:contentTypeVersion="11" ma:contentTypeDescription="Create a new document." ma:contentTypeScope="" ma:versionID="8b83830cc88b7a3da0aae2c8024c6920">
  <xsd:schema xmlns:xsd="http://www.w3.org/2001/XMLSchema" xmlns:xs="http://www.w3.org/2001/XMLSchema" xmlns:p="http://schemas.microsoft.com/office/2006/metadata/properties" xmlns:ns3="942d6b7e-eb07-4f9c-bf1d-7227e93e762a" xmlns:ns4="2d44e0d8-bb60-414a-92b1-b00d072f0bf4" targetNamespace="http://schemas.microsoft.com/office/2006/metadata/properties" ma:root="true" ma:fieldsID="4a2a601938446d822954e87eecadf274" ns3:_="" ns4:_="">
    <xsd:import namespace="942d6b7e-eb07-4f9c-bf1d-7227e93e762a"/>
    <xsd:import namespace="2d44e0d8-bb60-414a-92b1-b00d072f0b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6b7e-eb07-4f9c-bf1d-7227e93e76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44e0d8-bb60-414a-92b1-b00d072f0bf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D0FE558-E9B5-4952-BF71-26722CF029BF}">
  <ds:schemaRefs>
    <ds:schemaRef ds:uri="942d6b7e-eb07-4f9c-bf1d-7227e93e762a"/>
    <ds:schemaRef ds:uri="http://purl.org/dc/elements/1.1/"/>
    <ds:schemaRef ds:uri="http://schemas.microsoft.com/office/2006/metadata/properties"/>
    <ds:schemaRef ds:uri="2d44e0d8-bb60-414a-92b1-b00d072f0bf4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97C28F5-C062-44CC-939B-785755D903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7699F5-5B47-4805-B088-A872CF2F7C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d6b7e-eb07-4f9c-bf1d-7227e93e762a"/>
    <ds:schemaRef ds:uri="2d44e0d8-bb60-414a-92b1-b00d072f0b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97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Al Futtaim Group of Companies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Fatma Alsagaf</dc:creator>
  <cp:lastModifiedBy>Fatma Alsagaf</cp:lastModifiedBy>
  <cp:revision>12</cp:revision>
  <dcterms:created xsi:type="dcterms:W3CDTF">2019-10-24T09:27:18Z</dcterms:created>
  <dcterms:modified xsi:type="dcterms:W3CDTF">2019-10-28T07:25:31Z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0x01010099FCA07FC384074C97B48C4EDACCA750</vt:lpwstr>
  </property>
</Properties>
</file>