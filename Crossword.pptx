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3B818-3BC5-4B14-BC94-CD150E8C51C5}" type="datetimeFigureOut">
              <a:rPr lang="en-US" smtClean="0"/>
              <a:t>14/05/2024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1FBD0-DC7C-479B-9584-A55C5DAF4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4588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777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33984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73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2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33984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73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7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pitch-assets-ccb95893-de3f-4266-973c-20049231b248.s3.eu-west-1.amazonaws.com/88b9e57c-725c-46f0-b99a-81d5020ffbd0?pitch-bytes=3156&amp;pitch-content-type=image%2F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0748" y="899659"/>
            <a:ext cx="5613352" cy="56133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067473" y="1564479"/>
            <a:ext cx="60045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4800"/>
              </a:lnSpc>
            </a:pP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https://pitch-static-assets.imgix.net/stickers/mark-it-up/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500000">
            <a:off x="-1324138" y="-908511"/>
            <a:ext cx="2775195" cy="2300336"/>
          </a:xfrm>
          <a:prstGeom prst="rect">
            <a:avLst/>
          </a:prstGeom>
        </p:spPr>
      </p:pic>
      <p:pic>
        <p:nvPicPr>
          <p:cNvPr id="8" name="Image 0" descr="https://pitch-static-assets.imgix.net/stickers/mark-it-up/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98578">
            <a:off x="10316723" y="-698131"/>
            <a:ext cx="2775195" cy="2300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54226" y="728297"/>
            <a:ext cx="3369733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Toyota   </a:t>
            </a:r>
          </a:p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Lexus    </a:t>
            </a:r>
          </a:p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Honda    </a:t>
            </a:r>
          </a:p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Jeep     </a:t>
            </a:r>
          </a:p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Ram      </a:t>
            </a:r>
          </a:p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Dodge    </a:t>
            </a:r>
          </a:p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BYD      </a:t>
            </a:r>
          </a:p>
          <a:p>
            <a:pPr defTabSz="1219170">
              <a:lnSpc>
                <a:spcPct val="150000"/>
              </a:lnSpc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Polestar</a:t>
            </a:r>
          </a:p>
        </p:txBody>
      </p:sp>
      <p:sp>
        <p:nvSpPr>
          <p:cNvPr id="10" name="Text 2"/>
          <p:cNvSpPr/>
          <p:nvPr/>
        </p:nvSpPr>
        <p:spPr>
          <a:xfrm>
            <a:off x="255847" y="221648"/>
            <a:ext cx="437490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ts val="1280"/>
              </a:lnSpc>
            </a:pPr>
            <a:r>
              <a:rPr lang="en-US" sz="800" kern="0" spc="64" dirty="0">
                <a:solidFill>
                  <a:srgbClr val="023E8A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NASIR ALMULLA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4"/>
          <p:cNvSpPr/>
          <p:nvPr/>
        </p:nvSpPr>
        <p:spPr>
          <a:xfrm>
            <a:off x="-249160" y="574675"/>
            <a:ext cx="12700000" cy="0"/>
          </a:xfrm>
          <a:prstGeom prst="line">
            <a:avLst/>
          </a:prstGeom>
          <a:solidFill>
            <a:srgbClr val="023E8A">
              <a:alpha val="15000"/>
            </a:srgbClr>
          </a:solidFill>
          <a:ln w="10583">
            <a:solidFill>
              <a:srgbClr val="023E8A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7"/>
          <p:cNvSpPr/>
          <p:nvPr/>
        </p:nvSpPr>
        <p:spPr>
          <a:xfrm>
            <a:off x="8165368" y="221648"/>
            <a:ext cx="377428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>
              <a:lnSpc>
                <a:spcPts val="1280"/>
              </a:lnSpc>
            </a:pPr>
            <a:r>
              <a:rPr lang="en-US" sz="800" kern="0" spc="64" dirty="0">
                <a:solidFill>
                  <a:srgbClr val="023E8A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AUTHOR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1255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47932" y="837298"/>
            <a:ext cx="336973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Toyota   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Lexus    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Honda    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Jeep     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Ram      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Dodge    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BYD      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Polestar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Chrysler</a:t>
            </a:r>
          </a:p>
          <a:p>
            <a:pPr defTabSz="1219170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Volvo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Picture 2" descr="https://puzzlemaker.discoveryeducation.com/puzzlemaker?&amp;id=A4fp90Vr3Ag&amp;data=gxqAFO8bE3ojBLC6Llpkvm4unQ9K%2fIhkvGg0VcSDdebuSix6cVEj9ClEDMZP3Q8LlddPsRn7C7ZpfPeeFRbZ0wHro8Ch3c0aeZIq%2biFvEV6H9xAIcFUJlu9jaMXdipD3KC6kETYu4%2bk%2b11iQcj3Kh0nu21XmOcSqpaPYQIciXqQ%3d&amp;disp=GmgcRSwlC5WhX5RVrEMFDQ%3d%3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030" y="808950"/>
            <a:ext cx="7198261" cy="5719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0" descr="https://pitch-static-assets.imgix.net/stickers/mark-it-up/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500000">
            <a:off x="-1324138" y="-908511"/>
            <a:ext cx="2775195" cy="2300336"/>
          </a:xfrm>
          <a:prstGeom prst="rect">
            <a:avLst/>
          </a:prstGeom>
        </p:spPr>
      </p:pic>
      <p:pic>
        <p:nvPicPr>
          <p:cNvPr id="9" name="Image 0" descr="https://pitch-static-assets.imgix.net/stickers/mark-it-up/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98578">
            <a:off x="10316723" y="-698131"/>
            <a:ext cx="2775195" cy="230033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255847" y="221648"/>
            <a:ext cx="437490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ts val="1280"/>
              </a:lnSpc>
            </a:pPr>
            <a:r>
              <a:rPr lang="en-US" sz="800" kern="0" spc="64" dirty="0">
                <a:solidFill>
                  <a:srgbClr val="023E8A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NASIR ALMULLA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4"/>
          <p:cNvSpPr/>
          <p:nvPr/>
        </p:nvSpPr>
        <p:spPr>
          <a:xfrm>
            <a:off x="-249160" y="574675"/>
            <a:ext cx="12700000" cy="0"/>
          </a:xfrm>
          <a:prstGeom prst="line">
            <a:avLst/>
          </a:prstGeom>
          <a:solidFill>
            <a:srgbClr val="023E8A">
              <a:alpha val="15000"/>
            </a:srgbClr>
          </a:solidFill>
          <a:ln w="10583">
            <a:solidFill>
              <a:srgbClr val="023E8A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7"/>
          <p:cNvSpPr/>
          <p:nvPr/>
        </p:nvSpPr>
        <p:spPr>
          <a:xfrm>
            <a:off x="8165368" y="221648"/>
            <a:ext cx="377428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>
              <a:lnSpc>
                <a:spcPts val="1280"/>
              </a:lnSpc>
            </a:pPr>
            <a:r>
              <a:rPr lang="en-US" sz="800" kern="0" spc="64" dirty="0">
                <a:solidFill>
                  <a:srgbClr val="023E8A"/>
                </a:solidFill>
                <a:latin typeface="Cabinet Grotesk" pitchFamily="34" charset="0"/>
                <a:ea typeface="Cabinet Grotesk" pitchFamily="34" charset="-122"/>
                <a:cs typeface="Cabinet Grotesk" pitchFamily="34" charset="-120"/>
              </a:rPr>
              <a:t>AUTHOR</a:t>
            </a:r>
            <a:endParaRPr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7008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Widescreen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Cabinet Grotesk</vt:lpstr>
      <vt:lpstr>Calibri</vt:lpstr>
      <vt:lpstr>1_Office Theme</vt:lpstr>
      <vt:lpstr>PowerPoint Presentation</vt:lpstr>
      <vt:lpstr>PowerPoint Presentation</vt:lpstr>
    </vt:vector>
  </TitlesOfParts>
  <Company>Alfuttaim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Nasir Almulla</dc:creator>
  <cp:lastModifiedBy>Nasir Almulla</cp:lastModifiedBy>
  <cp:revision>1</cp:revision>
  <dcterms:created xsi:type="dcterms:W3CDTF">2024-05-14T06:15:38Z</dcterms:created>
  <dcterms:modified xsi:type="dcterms:W3CDTF">2024-05-14T06:16:45Z</dcterms:modified>
</cp:coreProperties>
</file>