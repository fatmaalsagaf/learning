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A6DE2-9070-4122-8026-9893CCA2222E}" v="10" dt="2023-07-25T13:20:19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ma Alsagaf" userId="ef587b5e-378a-4bb3-aa9f-3c15b98138a4" providerId="ADAL" clId="{FEBA6DE2-9070-4122-8026-9893CCA2222E}"/>
    <pc:docChg chg="undo custSel addSld modSld">
      <pc:chgData name="Fatma Alsagaf" userId="ef587b5e-378a-4bb3-aa9f-3c15b98138a4" providerId="ADAL" clId="{FEBA6DE2-9070-4122-8026-9893CCA2222E}" dt="2023-07-25T13:35:44.635" v="354" actId="6549"/>
      <pc:docMkLst>
        <pc:docMk/>
      </pc:docMkLst>
      <pc:sldChg chg="addSp delSp modSp new mod setBg">
        <pc:chgData name="Fatma Alsagaf" userId="ef587b5e-378a-4bb3-aa9f-3c15b98138a4" providerId="ADAL" clId="{FEBA6DE2-9070-4122-8026-9893CCA2222E}" dt="2023-07-25T13:35:44.635" v="354" actId="6549"/>
        <pc:sldMkLst>
          <pc:docMk/>
          <pc:sldMk cId="1070703704" sldId="271"/>
        </pc:sldMkLst>
        <pc:spChg chg="del">
          <ac:chgData name="Fatma Alsagaf" userId="ef587b5e-378a-4bb3-aa9f-3c15b98138a4" providerId="ADAL" clId="{FEBA6DE2-9070-4122-8026-9893CCA2222E}" dt="2023-07-25T13:09:02.901" v="1" actId="478"/>
          <ac:spMkLst>
            <pc:docMk/>
            <pc:sldMk cId="1070703704" sldId="271"/>
            <ac:spMk id="2" creationId="{68260E5D-A77F-C916-0EDF-D925D24EE2BB}"/>
          </ac:spMkLst>
        </pc:spChg>
        <pc:spChg chg="del">
          <ac:chgData name="Fatma Alsagaf" userId="ef587b5e-378a-4bb3-aa9f-3c15b98138a4" providerId="ADAL" clId="{FEBA6DE2-9070-4122-8026-9893CCA2222E}" dt="2023-07-25T13:09:02.901" v="1" actId="478"/>
          <ac:spMkLst>
            <pc:docMk/>
            <pc:sldMk cId="1070703704" sldId="271"/>
            <ac:spMk id="3" creationId="{F562F53D-FE36-450A-C3E3-190417EC53A1}"/>
          </ac:spMkLst>
        </pc:spChg>
        <pc:spChg chg="add mod">
          <ac:chgData name="Fatma Alsagaf" userId="ef587b5e-378a-4bb3-aa9f-3c15b98138a4" providerId="ADAL" clId="{FEBA6DE2-9070-4122-8026-9893CCA2222E}" dt="2023-07-25T13:22:00.840" v="339" actId="1076"/>
          <ac:spMkLst>
            <pc:docMk/>
            <pc:sldMk cId="1070703704" sldId="271"/>
            <ac:spMk id="6" creationId="{46D82884-9AD3-B93C-F6E2-B3BEE0264AD1}"/>
          </ac:spMkLst>
        </pc:spChg>
        <pc:spChg chg="add mod">
          <ac:chgData name="Fatma Alsagaf" userId="ef587b5e-378a-4bb3-aa9f-3c15b98138a4" providerId="ADAL" clId="{FEBA6DE2-9070-4122-8026-9893CCA2222E}" dt="2023-07-25T13:35:44.635" v="354" actId="6549"/>
          <ac:spMkLst>
            <pc:docMk/>
            <pc:sldMk cId="1070703704" sldId="271"/>
            <ac:spMk id="7" creationId="{4F9A4557-05B0-C1BA-1A93-937C745CD035}"/>
          </ac:spMkLst>
        </pc:spChg>
        <pc:spChg chg="add mod">
          <ac:chgData name="Fatma Alsagaf" userId="ef587b5e-378a-4bb3-aa9f-3c15b98138a4" providerId="ADAL" clId="{FEBA6DE2-9070-4122-8026-9893CCA2222E}" dt="2023-07-25T13:23:17.402" v="353" actId="208"/>
          <ac:spMkLst>
            <pc:docMk/>
            <pc:sldMk cId="1070703704" sldId="271"/>
            <ac:spMk id="8" creationId="{757F56C8-AC1D-1425-A5F9-D4689127F078}"/>
          </ac:spMkLst>
        </pc:spChg>
        <pc:spChg chg="add del">
          <ac:chgData name="Fatma Alsagaf" userId="ef587b5e-378a-4bb3-aa9f-3c15b98138a4" providerId="ADAL" clId="{FEBA6DE2-9070-4122-8026-9893CCA2222E}" dt="2023-07-25T13:09:25.687" v="4" actId="26606"/>
          <ac:spMkLst>
            <pc:docMk/>
            <pc:sldMk cId="1070703704" sldId="271"/>
            <ac:spMk id="9" creationId="{5F879AC3-D4CE-493C-ADC7-06205677F4F8}"/>
          </ac:spMkLst>
        </pc:spChg>
        <pc:spChg chg="add del">
          <ac:chgData name="Fatma Alsagaf" userId="ef587b5e-378a-4bb3-aa9f-3c15b98138a4" providerId="ADAL" clId="{FEBA6DE2-9070-4122-8026-9893CCA2222E}" dt="2023-07-25T13:09:25.687" v="4" actId="26606"/>
          <ac:spMkLst>
            <pc:docMk/>
            <pc:sldMk cId="1070703704" sldId="271"/>
            <ac:spMk id="11" creationId="{736F0DFD-0954-464F-BF12-DD2E6F6E0380}"/>
          </ac:spMkLst>
        </pc:spChg>
        <pc:picChg chg="add del mod">
          <ac:chgData name="Fatma Alsagaf" userId="ef587b5e-378a-4bb3-aa9f-3c15b98138a4" providerId="ADAL" clId="{FEBA6DE2-9070-4122-8026-9893CCA2222E}" dt="2023-07-25T13:09:45.586" v="7" actId="478"/>
          <ac:picMkLst>
            <pc:docMk/>
            <pc:sldMk cId="1070703704" sldId="271"/>
            <ac:picMk id="4" creationId="{BA7943B3-B15C-DA0D-AF8F-CB12B461BDBF}"/>
          </ac:picMkLst>
        </pc:picChg>
        <pc:picChg chg="add mod">
          <ac:chgData name="Fatma Alsagaf" userId="ef587b5e-378a-4bb3-aa9f-3c15b98138a4" providerId="ADAL" clId="{FEBA6DE2-9070-4122-8026-9893CCA2222E}" dt="2023-07-25T13:22:57.783" v="350" actId="1076"/>
          <ac:picMkLst>
            <pc:docMk/>
            <pc:sldMk cId="1070703704" sldId="271"/>
            <ac:picMk id="5" creationId="{FBF951F1-607C-6897-5DB4-B36257AC9C38}"/>
          </ac:picMkLst>
        </pc:picChg>
      </pc:sldChg>
      <pc:sldChg chg="addSp delSp modSp new mod setBg">
        <pc:chgData name="Fatma Alsagaf" userId="ef587b5e-378a-4bb3-aa9f-3c15b98138a4" providerId="ADAL" clId="{FEBA6DE2-9070-4122-8026-9893CCA2222E}" dt="2023-07-25T13:15:53.316" v="315" actId="27614"/>
        <pc:sldMkLst>
          <pc:docMk/>
          <pc:sldMk cId="416054194" sldId="272"/>
        </pc:sldMkLst>
        <pc:spChg chg="del mod">
          <ac:chgData name="Fatma Alsagaf" userId="ef587b5e-378a-4bb3-aa9f-3c15b98138a4" providerId="ADAL" clId="{FEBA6DE2-9070-4122-8026-9893CCA2222E}" dt="2023-07-25T13:15:37.564" v="303" actId="478"/>
          <ac:spMkLst>
            <pc:docMk/>
            <pc:sldMk cId="416054194" sldId="272"/>
            <ac:spMk id="2" creationId="{4BBFA7CF-3560-D7F0-C7E8-1BDAD969D22A}"/>
          </ac:spMkLst>
        </pc:spChg>
        <pc:spChg chg="del">
          <ac:chgData name="Fatma Alsagaf" userId="ef587b5e-378a-4bb3-aa9f-3c15b98138a4" providerId="ADAL" clId="{FEBA6DE2-9070-4122-8026-9893CCA2222E}" dt="2023-07-25T13:15:39.071" v="304" actId="478"/>
          <ac:spMkLst>
            <pc:docMk/>
            <pc:sldMk cId="416054194" sldId="272"/>
            <ac:spMk id="3" creationId="{8BD166CE-5DF9-D1D4-0B8F-DFE6F9C7DB91}"/>
          </ac:spMkLst>
        </pc:spChg>
        <pc:spChg chg="add del">
          <ac:chgData name="Fatma Alsagaf" userId="ef587b5e-378a-4bb3-aa9f-3c15b98138a4" providerId="ADAL" clId="{FEBA6DE2-9070-4122-8026-9893CCA2222E}" dt="2023-07-25T13:15:49.153" v="313" actId="26606"/>
          <ac:spMkLst>
            <pc:docMk/>
            <pc:sldMk cId="416054194" sldId="272"/>
            <ac:spMk id="7" creationId="{42A4FC2C-047E-45A5-965D-8E1E3BF09BC6}"/>
          </ac:spMkLst>
        </pc:spChg>
        <pc:spChg chg="add">
          <ac:chgData name="Fatma Alsagaf" userId="ef587b5e-378a-4bb3-aa9f-3c15b98138a4" providerId="ADAL" clId="{FEBA6DE2-9070-4122-8026-9893CCA2222E}" dt="2023-07-25T13:15:49.156" v="314" actId="26606"/>
          <ac:spMkLst>
            <pc:docMk/>
            <pc:sldMk cId="416054194" sldId="272"/>
            <ac:spMk id="9" creationId="{42A4FC2C-047E-45A5-965D-8E1E3BF09BC6}"/>
          </ac:spMkLst>
        </pc:spChg>
        <pc:spChg chg="add del">
          <ac:chgData name="Fatma Alsagaf" userId="ef587b5e-378a-4bb3-aa9f-3c15b98138a4" providerId="ADAL" clId="{FEBA6DE2-9070-4122-8026-9893CCA2222E}" dt="2023-07-25T13:15:45.288" v="307" actId="26606"/>
          <ac:spMkLst>
            <pc:docMk/>
            <pc:sldMk cId="416054194" sldId="272"/>
            <ac:spMk id="10" creationId="{42A4FC2C-047E-45A5-965D-8E1E3BF09BC6}"/>
          </ac:spMkLst>
        </pc:spChg>
        <pc:spChg chg="add del">
          <ac:chgData name="Fatma Alsagaf" userId="ef587b5e-378a-4bb3-aa9f-3c15b98138a4" providerId="ADAL" clId="{FEBA6DE2-9070-4122-8026-9893CCA2222E}" dt="2023-07-25T13:15:46.485" v="309" actId="26606"/>
          <ac:spMkLst>
            <pc:docMk/>
            <pc:sldMk cId="416054194" sldId="272"/>
            <ac:spMk id="12" creationId="{CB44330D-EA18-4254-AA95-EB49948539B8}"/>
          </ac:spMkLst>
        </pc:spChg>
        <pc:spChg chg="add del">
          <ac:chgData name="Fatma Alsagaf" userId="ef587b5e-378a-4bb3-aa9f-3c15b98138a4" providerId="ADAL" clId="{FEBA6DE2-9070-4122-8026-9893CCA2222E}" dt="2023-07-25T13:15:46.485" v="309" actId="26606"/>
          <ac:spMkLst>
            <pc:docMk/>
            <pc:sldMk cId="416054194" sldId="272"/>
            <ac:spMk id="13" creationId="{32BC26D8-82FB-445E-AA49-62A77D7C1EE0}"/>
          </ac:spMkLst>
        </pc:spChg>
        <pc:picChg chg="add mod">
          <ac:chgData name="Fatma Alsagaf" userId="ef587b5e-378a-4bb3-aa9f-3c15b98138a4" providerId="ADAL" clId="{FEBA6DE2-9070-4122-8026-9893CCA2222E}" dt="2023-07-25T13:15:53.316" v="315" actId="27614"/>
          <ac:picMkLst>
            <pc:docMk/>
            <pc:sldMk cId="416054194" sldId="272"/>
            <ac:picMk id="5" creationId="{598C8FFA-1378-38F9-DB98-D3CA212DC0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95639-4FC0-65FF-EBE2-09484B458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7CF6A-D8AE-D308-5D3B-E76A52D47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C1830-D99F-9045-1223-F6FBEA6B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58AE-7ACA-4286-8147-2790C88281AF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41582-2DA1-2F1B-9D95-D18127648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46917-A453-7564-B068-BF4626645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8AB4-AD38-44BD-AFB1-D9EC3B339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8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990B-8BCA-2AB8-0CE7-A0A7AEC96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E480-26CB-17DD-0788-50C7C6C3C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DB970-DFA7-1BBF-F544-6D3CFAF8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58AE-7ACA-4286-8147-2790C88281AF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B54E9-4153-E211-FD70-79E2A74DA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71912-74C5-7FA0-04C3-50605334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8AB4-AD38-44BD-AFB1-D9EC3B339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8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5853-849C-8BF9-D31D-89A2A321B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3BE8-CF71-5FFC-E6A0-D6EA1DC69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B19A8-56EA-FC54-BFF2-D2729342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58AE-7ACA-4286-8147-2790C88281AF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9A3E-C3CD-3352-DFEE-D6A4BC80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7233D-272D-5535-A4C2-8E053F49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8AB4-AD38-44BD-AFB1-D9EC3B339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7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2C0A-2477-EFE6-7BF1-62AAA145D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B1FC6-EFC1-6EA9-0D63-9B0FAA8C6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06EA1-DAAF-9D16-B96B-C41E9DB63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84272-D905-4129-2F37-88B373E53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58AE-7ACA-4286-8147-2790C88281AF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9012D-A6C9-A83A-A4F8-A5E3B1C82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84458-33D9-4FC1-D93A-1AD671F2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8AB4-AD38-44BD-AFB1-D9EC3B339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73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CB18-CDBB-9DFF-B6B4-A2EB800B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04A37-B9BF-9B9A-CC7F-78F49D671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31927-96D8-0EF6-37E8-2E9764FB7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8E0F61-3A33-65C2-05BA-378BC15D76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B15A0-9239-652E-7858-2C68AF0DD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DB33A6-1D2F-777B-7EF6-DB7A82D8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58AE-7ACA-4286-8147-2790C88281AF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EC94B-BD75-3947-6596-3B685AD80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1E30CC-6485-59C8-736D-A59AA4C38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8AB4-AD38-44BD-AFB1-D9EC3B339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82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46BA-39CD-CEDC-14C7-5EF9DD10B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13213-9784-34C2-50DC-7FF1CB0E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58AE-7ACA-4286-8147-2790C88281AF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46C2BB-D671-C3EB-FBD3-4EBD441C3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018E9-1E72-E306-A816-8610A22C9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8AB4-AD38-44BD-AFB1-D9EC3B339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45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44A61-0B8D-0A7D-670F-68D0DADE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58AE-7ACA-4286-8147-2790C88281AF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4F00A-14F3-9DA7-D90B-81BD2C74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B2BF2-C9D5-89BB-ACFB-7EA22A6E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8AB4-AD38-44BD-AFB1-D9EC3B339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7381-3AB0-984E-47C9-4322F2894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BFD11-6C65-B1C9-BD27-7745722F0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21ACB-5099-7533-3541-7C9FEF35D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09435-ECB6-4D45-F5CA-F35471B8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58AE-7ACA-4286-8147-2790C88281AF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392AF-E680-7EF0-0E6A-EC0CA522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E31B7-AF89-2EE2-5F52-4EDB379E4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8AB4-AD38-44BD-AFB1-D9EC3B339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8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A3491-0F70-6FF2-5D00-F94AEAEDB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FDBB8A-6E04-7998-DBEE-BEC8AE041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1EEFD-E27B-9C31-A9EA-41E84536B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F1244-482B-0FBE-B51C-A7410264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58AE-7ACA-4286-8147-2790C88281AF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DA7CA-9638-1675-BAA9-18D3AB60B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AECEB-C09E-E3FF-6644-33C47A90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8AB4-AD38-44BD-AFB1-D9EC3B339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28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75B14-0F69-069E-CD90-9D1C064A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6F8E6-9229-D03F-6533-42E063E87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611F2-E92E-B635-CD26-F3A60ECEB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58AE-7ACA-4286-8147-2790C88281AF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71F8D-6796-C801-069C-8D66898A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5D54D-9AF6-5F29-91F2-CC007D23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8AB4-AD38-44BD-AFB1-D9EC3B339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92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D91BB8-8F9C-8451-81C1-638348E5C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014E-8883-503B-B4C7-13605A1DF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A0346-D094-7068-45E3-FC8B984E6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58AE-7ACA-4286-8147-2790C88281AF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09C8B-F206-1AF3-3AFC-6EDDA0BEA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EDCCB-7379-B75A-1842-0E857273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8AB4-AD38-44BD-AFB1-D9EC3B339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46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7E7194-8A39-CEE7-A8D1-53A5BDEA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1175B-57DA-CEC9-CB56-1C3BF01B9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9FB11-B5D3-9568-7688-7DE2482AE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958AE-7ACA-4286-8147-2790C88281AF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81D12-2812-A467-AEC8-29AA39715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2526B-2542-1418-9B06-4F767EA5B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E8AB4-AD38-44BD-AFB1-D9EC3B339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2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close-up of a paper&#10;&#10;Description automatically generated">
            <a:extLst>
              <a:ext uri="{FF2B5EF4-FFF2-40B4-BE49-F238E27FC236}">
                <a16:creationId xmlns:a16="http://schemas.microsoft.com/office/drawing/2014/main" id="{598C8FFA-1378-38F9-DB98-D3CA212DC0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88" b="995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4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exagon shaped rock formations&#10;&#10;Description automatically generated">
            <a:extLst>
              <a:ext uri="{FF2B5EF4-FFF2-40B4-BE49-F238E27FC236}">
                <a16:creationId xmlns:a16="http://schemas.microsoft.com/office/drawing/2014/main" id="{FBF951F1-607C-6897-5DB4-B36257AC9C3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166" y="783166"/>
            <a:ext cx="5291667" cy="5291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82884-9AD3-B93C-F6E2-B3BEE0264AD1}"/>
              </a:ext>
            </a:extLst>
          </p:cNvPr>
          <p:cNvSpPr txBox="1"/>
          <p:nvPr/>
        </p:nvSpPr>
        <p:spPr>
          <a:xfrm>
            <a:off x="5346435" y="1584144"/>
            <a:ext cx="14991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ysClr val="windowText" lastClr="000000"/>
                </a:solidFill>
                <a:latin typeface="Ink Free" panose="03080402000500000000" pitchFamily="66" charset="0"/>
              </a:rPr>
              <a:t>Trust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A4557-05B0-C1BA-1A93-937C745CD035}"/>
              </a:ext>
            </a:extLst>
          </p:cNvPr>
          <p:cNvSpPr txBox="1"/>
          <p:nvPr/>
        </p:nvSpPr>
        <p:spPr>
          <a:xfrm>
            <a:off x="4336767" y="2424432"/>
            <a:ext cx="3518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Trust is invisible, yet it’s the foundation of lasting relationships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7F56C8-AC1D-1425-A5F9-D4689127F078}"/>
              </a:ext>
            </a:extLst>
          </p:cNvPr>
          <p:cNvSpPr txBox="1"/>
          <p:nvPr/>
        </p:nvSpPr>
        <p:spPr>
          <a:xfrm>
            <a:off x="3986938" y="3658852"/>
            <a:ext cx="43956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n>
                  <a:solidFill>
                    <a:schemeClr val="tx1"/>
                  </a:solidFill>
                </a:ln>
                <a:latin typeface="Ink Free" panose="03080402000500000000" pitchFamily="66" charset="0"/>
              </a:rPr>
              <a:t>Choose one image you feel represents a crucial ingredient for building a relationship of trust</a:t>
            </a:r>
          </a:p>
        </p:txBody>
      </p:sp>
    </p:spTree>
    <p:extLst>
      <p:ext uri="{BB962C8B-B14F-4D97-AF65-F5344CB8AC3E}">
        <p14:creationId xmlns:p14="http://schemas.microsoft.com/office/powerpoint/2010/main" val="1070703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exagon shaped pile of paper money&#10;&#10;Description automatically generated">
            <a:extLst>
              <a:ext uri="{FF2B5EF4-FFF2-40B4-BE49-F238E27FC236}">
                <a16:creationId xmlns:a16="http://schemas.microsoft.com/office/drawing/2014/main" id="{90250140-0B2D-D629-8A7C-715CEBD5C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7" name="Picture 6" descr="A city street with tall buildings&#10;&#10;Description automatically generated">
            <a:extLst>
              <a:ext uri="{FF2B5EF4-FFF2-40B4-BE49-F238E27FC236}">
                <a16:creationId xmlns:a16="http://schemas.microsoft.com/office/drawing/2014/main" id="{E38B29A4-C8C8-75AA-D509-959346DCB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99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up of coffee on a red surface&#10;&#10;Description automatically generated">
            <a:extLst>
              <a:ext uri="{FF2B5EF4-FFF2-40B4-BE49-F238E27FC236}">
                <a16:creationId xmlns:a16="http://schemas.microsoft.com/office/drawing/2014/main" id="{4738B826-AD92-6DCC-5BF9-6C4704A40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6" name="Picture 5" descr="A steering wheel in a vehicle&#10;&#10;Description automatically generated">
            <a:extLst>
              <a:ext uri="{FF2B5EF4-FFF2-40B4-BE49-F238E27FC236}">
                <a16:creationId xmlns:a16="http://schemas.microsoft.com/office/drawing/2014/main" id="{A18BB589-4504-EA7C-8253-66437A369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og with one paw raised&#10;&#10;Description automatically generated">
            <a:extLst>
              <a:ext uri="{FF2B5EF4-FFF2-40B4-BE49-F238E27FC236}">
                <a16:creationId xmlns:a16="http://schemas.microsoft.com/office/drawing/2014/main" id="{63AE37D6-D397-EEAE-843D-E602A0521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3" name="Picture 2" descr="A black typewriter with a paper on it&#10;&#10;Description automatically generated">
            <a:extLst>
              <a:ext uri="{FF2B5EF4-FFF2-40B4-BE49-F238E27FC236}">
                <a16:creationId xmlns:a16="http://schemas.microsoft.com/office/drawing/2014/main" id="{ECFB7950-2BC0-2666-86CD-C27CD60C3A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1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walking on sand&#10;&#10;Description automatically generated">
            <a:extLst>
              <a:ext uri="{FF2B5EF4-FFF2-40B4-BE49-F238E27FC236}">
                <a16:creationId xmlns:a16="http://schemas.microsoft.com/office/drawing/2014/main" id="{D02C1040-737F-1030-2E19-D4A5831F3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3" name="Picture 2" descr="A hand writing on a chalkboard&#10;&#10;Description automatically generated">
            <a:extLst>
              <a:ext uri="{FF2B5EF4-FFF2-40B4-BE49-F238E27FC236}">
                <a16:creationId xmlns:a16="http://schemas.microsoft.com/office/drawing/2014/main" id="{2CFE5679-A765-D34D-D985-70FC632707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68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's legs in a dryer&#10;&#10;Description automatically generated">
            <a:extLst>
              <a:ext uri="{FF2B5EF4-FFF2-40B4-BE49-F238E27FC236}">
                <a16:creationId xmlns:a16="http://schemas.microsoft.com/office/drawing/2014/main" id="{55672387-2FA5-BB7E-B769-488BBA95A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9" name="Picture 8" descr="A baby in a glass bowl&#10;&#10;Description automatically generated">
            <a:extLst>
              <a:ext uri="{FF2B5EF4-FFF2-40B4-BE49-F238E27FC236}">
                <a16:creationId xmlns:a16="http://schemas.microsoft.com/office/drawing/2014/main" id="{97B7A987-2D42-7C50-DD77-942A5BC2D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01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ot air balloon in the sky&#10;&#10;Description automatically generated">
            <a:extLst>
              <a:ext uri="{FF2B5EF4-FFF2-40B4-BE49-F238E27FC236}">
                <a16:creationId xmlns:a16="http://schemas.microsoft.com/office/drawing/2014/main" id="{BB6BB6E7-F769-E264-CE55-278AA0EC1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3" name="Picture 2" descr="A person lying on grass with fake mustache&#10;&#10;Description automatically generated">
            <a:extLst>
              <a:ext uri="{FF2B5EF4-FFF2-40B4-BE49-F238E27FC236}">
                <a16:creationId xmlns:a16="http://schemas.microsoft.com/office/drawing/2014/main" id="{F8FCE7FC-06BB-C77D-1238-B271F94DA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3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ck&#10;&#10;Description automatically generated">
            <a:extLst>
              <a:ext uri="{FF2B5EF4-FFF2-40B4-BE49-F238E27FC236}">
                <a16:creationId xmlns:a16="http://schemas.microsoft.com/office/drawing/2014/main" id="{2D6EC8D6-E38E-A423-9902-FB39D66AB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3" name="Picture 2" descr="A mosaic floor with words on it&#10;&#10;Description automatically generated">
            <a:extLst>
              <a:ext uri="{FF2B5EF4-FFF2-40B4-BE49-F238E27FC236}">
                <a16:creationId xmlns:a16="http://schemas.microsoft.com/office/drawing/2014/main" id="{EDA54E07-61B6-665B-563F-20E4EC2E3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96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yellow sign with black text&#10;&#10;Description automatically generated">
            <a:extLst>
              <a:ext uri="{FF2B5EF4-FFF2-40B4-BE49-F238E27FC236}">
                <a16:creationId xmlns:a16="http://schemas.microsoft.com/office/drawing/2014/main" id="{6FC4DA97-638E-874D-1F10-1D2F26508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3" name="Picture 2" descr="A hexagon shaped brick wall&#10;&#10;Description automatically generated">
            <a:extLst>
              <a:ext uri="{FF2B5EF4-FFF2-40B4-BE49-F238E27FC236}">
                <a16:creationId xmlns:a16="http://schemas.microsoft.com/office/drawing/2014/main" id="{2FC88F41-28A4-1D4C-F76E-C5141C741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547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umbrellas from a ceiling&#10;&#10;Description automatically generated">
            <a:extLst>
              <a:ext uri="{FF2B5EF4-FFF2-40B4-BE49-F238E27FC236}">
                <a16:creationId xmlns:a16="http://schemas.microsoft.com/office/drawing/2014/main" id="{65D1A8EA-F6BA-0092-7576-5B5A93CA2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5" name="Picture 4" descr="A person standing next to a large tree&#10;&#10;Description automatically generated">
            <a:extLst>
              <a:ext uri="{FF2B5EF4-FFF2-40B4-BE49-F238E27FC236}">
                <a16:creationId xmlns:a16="http://schemas.microsoft.com/office/drawing/2014/main" id="{5FE5EA2A-A82E-DEA0-098D-6EBB20B03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20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zebra eating grass in a hexagon&#10;&#10;Description automatically generated">
            <a:extLst>
              <a:ext uri="{FF2B5EF4-FFF2-40B4-BE49-F238E27FC236}">
                <a16:creationId xmlns:a16="http://schemas.microsoft.com/office/drawing/2014/main" id="{9BF765A5-2734-2C9B-B952-1485E0F3E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5" name="Picture 4" descr="A red tricycle with a chain attached to a concrete block&#10;&#10;Description automatically generated">
            <a:extLst>
              <a:ext uri="{FF2B5EF4-FFF2-40B4-BE49-F238E27FC236}">
                <a16:creationId xmlns:a16="http://schemas.microsoft.com/office/drawing/2014/main" id="{80BFCCB8-9AC9-E3CE-BE81-59272120B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22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fortune cookie with a paper in it&#10;&#10;Description automatically generated">
            <a:extLst>
              <a:ext uri="{FF2B5EF4-FFF2-40B4-BE49-F238E27FC236}">
                <a16:creationId xmlns:a16="http://schemas.microsoft.com/office/drawing/2014/main" id="{246D92B7-03C9-857E-2B2F-6B98887EA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3" name="Picture 2" descr="A hexagon shaped rock formations&#10;&#10;Description automatically generated">
            <a:extLst>
              <a:ext uri="{FF2B5EF4-FFF2-40B4-BE49-F238E27FC236}">
                <a16:creationId xmlns:a16="http://schemas.microsoft.com/office/drawing/2014/main" id="{2524FE72-6B83-D9DC-35A5-63C5041B6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36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arth and moon from outer space&#10;&#10;Description automatically generated">
            <a:extLst>
              <a:ext uri="{FF2B5EF4-FFF2-40B4-BE49-F238E27FC236}">
                <a16:creationId xmlns:a16="http://schemas.microsoft.com/office/drawing/2014/main" id="{D8EBED1A-4BA8-EEB2-9460-15A9F6602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5" name="Picture 4" descr="A pile of colorful building blocks&#10;&#10;Description automatically generated">
            <a:extLst>
              <a:ext uri="{FF2B5EF4-FFF2-40B4-BE49-F238E27FC236}">
                <a16:creationId xmlns:a16="http://schemas.microsoft.com/office/drawing/2014/main" id="{2B0E031C-83F6-7122-E82F-6DAD4E76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7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door in a stone wall&#10;&#10;Description automatically generated">
            <a:extLst>
              <a:ext uri="{FF2B5EF4-FFF2-40B4-BE49-F238E27FC236}">
                <a16:creationId xmlns:a16="http://schemas.microsoft.com/office/drawing/2014/main" id="{1BB90991-BA6F-5616-6264-232425EE4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3" name="Picture 2" descr="A music book in front of an empty auditorium&#10;&#10;Description automatically generated">
            <a:extLst>
              <a:ext uri="{FF2B5EF4-FFF2-40B4-BE49-F238E27FC236}">
                <a16:creationId xmlns:a16="http://schemas.microsoft.com/office/drawing/2014/main" id="{77DF741D-33BE-A0CB-6437-1B7C7D531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76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exagon shaped object with many parts&#10;&#10;Description automatically generated">
            <a:extLst>
              <a:ext uri="{FF2B5EF4-FFF2-40B4-BE49-F238E27FC236}">
                <a16:creationId xmlns:a16="http://schemas.microsoft.com/office/drawing/2014/main" id="{9F443D76-EB2E-5FC2-63F2-4888B6C73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5" name="Picture 4" descr="A clock with black numbers&#10;&#10;Description automatically generated">
            <a:extLst>
              <a:ext uri="{FF2B5EF4-FFF2-40B4-BE49-F238E27FC236}">
                <a16:creationId xmlns:a16="http://schemas.microsoft.com/office/drawing/2014/main" id="{62C4674E-BDFD-92D9-27D2-E120D1F07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89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 driving on a dirt road&#10;&#10;Description automatically generated">
            <a:extLst>
              <a:ext uri="{FF2B5EF4-FFF2-40B4-BE49-F238E27FC236}">
                <a16:creationId xmlns:a16="http://schemas.microsoft.com/office/drawing/2014/main" id="{20494267-EBA8-CAA8-307C-C6EE75E00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3" name="Picture 2" descr="A bear looking at the camera&#10;&#10;Description automatically generated">
            <a:extLst>
              <a:ext uri="{FF2B5EF4-FFF2-40B4-BE49-F238E27FC236}">
                <a16:creationId xmlns:a16="http://schemas.microsoft.com/office/drawing/2014/main" id="{58641327-C765-F6EB-7801-099A0892D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27</Words>
  <Application>Microsoft Office PowerPoint</Application>
  <PresentationFormat>Widescreen</PresentationFormat>
  <Paragraphs>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Algerian</vt:lpstr>
      <vt:lpstr>Arial</vt:lpstr>
      <vt:lpstr>Calibri</vt:lpstr>
      <vt:lpstr>Calibri Light</vt:lpstr>
      <vt:lpstr>Ink Free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Fatma Alsagaf</dc:creator>
  <cp:lastModifiedBy>Fatma Alsagaf</cp:lastModifiedBy>
  <cp:revision>1</cp:revision>
  <cp:lastPrinted>2023-07-25T13:20:20Z</cp:lastPrinted>
  <dcterms:created xsi:type="dcterms:W3CDTF">2023-07-25T13:01:30Z</dcterms:created>
  <dcterms:modified xsi:type="dcterms:W3CDTF">2023-07-25T13:35:47Z</dcterms:modified>
</cp:coreProperties>
</file>