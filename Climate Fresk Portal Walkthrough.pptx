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6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064" userDrawn="1">
          <p15:clr>
            <a:srgbClr val="A4A3A4"/>
          </p15:clr>
        </p15:guide>
        <p15:guide id="3" pos="22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463"/>
    <a:srgbClr val="FFC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509" y="62"/>
      </p:cViewPr>
      <p:guideLst>
        <p:guide orient="horz" pos="3168"/>
        <p:guide pos="2064"/>
        <p:guide pos="22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41FCE-90D7-4FEA-B803-1AACC2CFBA14}" type="datetimeFigureOut">
              <a:rPr lang="en-US" smtClean="0"/>
              <a:t>02/11/2023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B1663-4974-4AC8-9275-426839A4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00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1996D2-2808-4E17-8721-6CE1E13022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53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1996D2-2808-4E17-8721-6CE1E13022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0439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1996D2-2808-4E17-8721-6CE1E13022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818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1996D2-2808-4E17-8721-6CE1E13022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233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microsoft.com/office/2007/relationships/hdphoto" Target="../media/hdphoto1.wdp"/><Relationship Id="rId2" Type="http://schemas.openxmlformats.org/officeDocument/2006/relationships/tags" Target="../tags/tag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microsoft.com/office/2007/relationships/hdphoto" Target="../media/hdphoto2.wdp"/><Relationship Id="rId2" Type="http://schemas.openxmlformats.org/officeDocument/2006/relationships/tags" Target="../tags/tag20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Relationship Id="rId9" Type="http://schemas.microsoft.com/office/2007/relationships/hdphoto" Target="../media/hdphoto3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26ABB-FC4A-46D6-9B14-76F3BA8E5F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235817"/>
            <a:ext cx="11544300" cy="380475"/>
          </a:xfrm>
          <a:prstGeom prst="rect">
            <a:avLst/>
          </a:prstGeom>
        </p:spPr>
        <p:txBody>
          <a:bodyPr lIns="0" rIns="0"/>
          <a:lstStyle>
            <a:lvl1pPr marL="0" indent="0"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B8292E-A672-4967-80F1-42DA6F4C84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690183"/>
            <a:ext cx="11544300" cy="380475"/>
          </a:xfrm>
          <a:prstGeom prst="rect">
            <a:avLst/>
          </a:prstGeom>
        </p:spPr>
        <p:txBody>
          <a:bodyPr lIns="0" rIns="0"/>
          <a:lstStyle>
            <a:lvl1pPr>
              <a:defRPr sz="1400"/>
            </a:lvl1pPr>
          </a:lstStyle>
          <a:p>
            <a:pPr lvl="0"/>
            <a:r>
              <a:rPr lang="en-US"/>
              <a:t>Click to edit 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ADDAD-0E22-46A8-93E6-E51854C37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r="84418" b="9333"/>
          <a:stretch/>
        </p:blipFill>
        <p:spPr>
          <a:xfrm>
            <a:off x="7949523" y="1584527"/>
            <a:ext cx="4242477" cy="497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6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9281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CF2ED5A-F7FD-45FA-94D6-4EFE9F4965B8}"/>
              </a:ext>
            </a:extLst>
          </p:cNvPr>
          <p:cNvSpPr txBox="1">
            <a:spLocks/>
          </p:cNvSpPr>
          <p:nvPr userDrawn="1"/>
        </p:nvSpPr>
        <p:spPr>
          <a:xfrm>
            <a:off x="342900" y="235817"/>
            <a:ext cx="11544300" cy="380475"/>
          </a:xfrm>
          <a:prstGeom prst="rect">
            <a:avLst/>
          </a:prstGeom>
        </p:spPr>
        <p:txBody>
          <a:bodyPr vert="horz">
            <a:noAutofit/>
          </a:bodyPr>
          <a:lstStyle>
            <a:lvl1pPr algn="l" defTabSz="913526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75353" algn="l"/>
              </a:tabLst>
              <a:defRPr lang="x-none" sz="2100" b="0" i="0" baseline="0">
                <a:solidFill>
                  <a:schemeClr val="tx2"/>
                </a:solidFill>
                <a:latin typeface="DIN Pro" charset="0"/>
                <a:ea typeface="DIN Pro" charset="0"/>
                <a:cs typeface="DIN Pro" charset="0"/>
              </a:defRPr>
            </a:lvl1pPr>
            <a:lvl2pPr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2pPr>
            <a:lvl3pPr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3pPr>
            <a:lvl4pPr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4pPr>
            <a:lvl5pPr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5pPr>
            <a:lvl6pPr marL="466481"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6pPr>
            <a:lvl7pPr marL="932962"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7pPr>
            <a:lvl8pPr marL="1399443"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8pPr>
            <a:lvl9pPr marL="1865925" algn="l" defTabSz="913526" rtl="0" eaLnBrk="1" fontAlgn="base" hangingPunct="1">
              <a:spcBef>
                <a:spcPct val="0"/>
              </a:spcBef>
              <a:spcAft>
                <a:spcPct val="0"/>
              </a:spcAft>
              <a:defRPr lang="x-none" sz="1939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1800" kern="0">
                <a:latin typeface="+mn-lt"/>
              </a:rPr>
              <a:t>Agenda</a:t>
            </a:r>
          </a:p>
        </p:txBody>
      </p:sp>
      <p:pic>
        <p:nvPicPr>
          <p:cNvPr id="5" name="Picture 4" descr="A white sports car&#10;&#10;Description automatically generated with medium confidence">
            <a:extLst>
              <a:ext uri="{FF2B5EF4-FFF2-40B4-BE49-F238E27FC236}">
                <a16:creationId xmlns:a16="http://schemas.microsoft.com/office/drawing/2014/main" id="{3ACE2337-B096-490D-A3AD-B01A32B9F3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1629" y="-13200"/>
            <a:ext cx="4390372" cy="687119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E4E8F-226E-47CF-BFE4-815DF4052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1219200"/>
            <a:ext cx="3905250" cy="2854325"/>
          </a:xfrm>
          <a:prstGeom prst="rect">
            <a:avLst/>
          </a:prstGeom>
        </p:spPr>
        <p:txBody>
          <a:bodyPr/>
          <a:lstStyle>
            <a:lvl1pPr marL="341313" indent="-341313">
              <a:lnSpc>
                <a:spcPct val="150000"/>
              </a:lnSpc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Agenda Points</a:t>
            </a:r>
          </a:p>
        </p:txBody>
      </p:sp>
      <p:pic>
        <p:nvPicPr>
          <p:cNvPr id="7" name="Picture 6" descr="A close up of a car dashboard&#10;&#10;Description automatically generated with medium confidence">
            <a:extLst>
              <a:ext uri="{FF2B5EF4-FFF2-40B4-BE49-F238E27FC236}">
                <a16:creationId xmlns:a16="http://schemas.microsoft.com/office/drawing/2014/main" id="{B4557813-EE1C-41EC-A96B-84732C1508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709" r="21439"/>
          <a:stretch/>
        </p:blipFill>
        <p:spPr>
          <a:xfrm>
            <a:off x="7801628" y="-16998"/>
            <a:ext cx="4390372" cy="687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63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c id"/>
          <p:cNvSpPr>
            <a:spLocks noChangeArrowheads="1"/>
          </p:cNvSpPr>
          <p:nvPr userDrawn="1"/>
        </p:nvSpPr>
        <p:spPr bwMode="auto">
          <a:xfrm>
            <a:off x="10995479" y="51834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x-none" sz="816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F2933-666F-4F40-930A-0CDDE4F9B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10"/>
          <a:stretch/>
        </p:blipFill>
        <p:spPr>
          <a:xfrm>
            <a:off x="5169810" y="2520323"/>
            <a:ext cx="1852380" cy="139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43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D3F1-DAC9-479D-AED8-BC00425C8E12}" type="datetimeFigureOut">
              <a:rPr lang="en-US" smtClean="0"/>
              <a:t>02/11/2023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9D752-E42A-4419-8B43-46EBF34C0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4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99954E-D83C-4E03-A51E-E9EFC4CB52C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FAA74F-DE92-4414-B0C7-466184CBCC99}"/>
              </a:ext>
            </a:extLst>
          </p:cNvPr>
          <p:cNvSpPr/>
          <p:nvPr userDrawn="1"/>
        </p:nvSpPr>
        <p:spPr>
          <a:xfrm>
            <a:off x="4093464" y="404813"/>
            <a:ext cx="4005072" cy="17128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EB3FF-7F57-482E-BA1B-44AD9E95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9BB3731-526F-4638-85F8-715D717FFC1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9D4896A-B348-4A66-B8A4-5E68BBCC49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3465" y="5296344"/>
            <a:ext cx="4005072" cy="1561657"/>
          </a:xfrm>
          <a:prstGeom prst="rect">
            <a:avLst/>
          </a:prstGeom>
          <a:solidFill>
            <a:schemeClr val="tx1"/>
          </a:solidFill>
        </p:spPr>
        <p:txBody>
          <a:bodyPr tIns="90000" bIns="90000" anchor="ctr" anchorCtr="0">
            <a:noAutofit/>
          </a:bodyPr>
          <a:lstStyle>
            <a:lvl1pPr marL="0" indent="0" algn="ctr">
              <a:spcBef>
                <a:spcPts val="488"/>
              </a:spcBef>
              <a:buNone/>
              <a:defRPr sz="2275" i="0">
                <a:solidFill>
                  <a:schemeClr val="bg1"/>
                </a:solidFill>
              </a:defRPr>
            </a:lvl1pPr>
            <a:lvl2pPr marL="371475" indent="0" algn="ctr">
              <a:buNone/>
              <a:defRPr sz="2275">
                <a:solidFill>
                  <a:schemeClr val="bg1"/>
                </a:solidFill>
              </a:defRPr>
            </a:lvl2pPr>
            <a:lvl3pPr marL="742950" indent="0" algn="ctr">
              <a:buNone/>
              <a:defRPr sz="2275">
                <a:solidFill>
                  <a:schemeClr val="bg1"/>
                </a:solidFill>
              </a:defRPr>
            </a:lvl3pPr>
            <a:lvl4pPr marL="1114425" indent="0" algn="ctr">
              <a:buNone/>
              <a:defRPr sz="2275">
                <a:solidFill>
                  <a:schemeClr val="bg1"/>
                </a:solidFill>
              </a:defRPr>
            </a:lvl4pPr>
            <a:lvl5pPr marL="1485900" indent="0" algn="ctr">
              <a:buNone/>
              <a:defRPr sz="22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24308D-CE80-4FF7-81BB-AFBECF7EA2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3465" y="2117623"/>
            <a:ext cx="4005072" cy="2977551"/>
          </a:xfrm>
          <a:prstGeom prst="rect">
            <a:avLst/>
          </a:prstGeom>
          <a:solidFill>
            <a:schemeClr val="tx1"/>
          </a:solidFill>
        </p:spPr>
        <p:txBody>
          <a:bodyPr tIns="72000" bIns="216000" anchor="b">
            <a:normAutofit/>
          </a:bodyPr>
          <a:lstStyle>
            <a:lvl1pPr algn="ctr">
              <a:lnSpc>
                <a:spcPct val="85000"/>
              </a:lnSpc>
              <a:defRPr lang="ru-RU" sz="4875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E46EE0C-8420-4BA8-9E2D-0780DB1E65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30141" y="953857"/>
            <a:ext cx="2331721" cy="539496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138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Rectangle 6" descr="Rectangle shape">
            <a:extLst>
              <a:ext uri="{FF2B5EF4-FFF2-40B4-BE49-F238E27FC236}">
                <a16:creationId xmlns:a16="http://schemas.microsoft.com/office/drawing/2014/main" id="{0A900D34-4B01-4389-9CFF-FFCB0CF7A3CC}"/>
              </a:ext>
            </a:extLst>
          </p:cNvPr>
          <p:cNvSpPr/>
          <p:nvPr userDrawn="1"/>
        </p:nvSpPr>
        <p:spPr>
          <a:xfrm>
            <a:off x="4922520" y="1916455"/>
            <a:ext cx="7269481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8865235-7FA6-4F58-B90E-4404EAE577DF}"/>
              </a:ext>
            </a:extLst>
          </p:cNvPr>
          <p:cNvSpPr/>
          <p:nvPr userDrawn="1"/>
        </p:nvSpPr>
        <p:spPr>
          <a:xfrm>
            <a:off x="4093464" y="5095174"/>
            <a:ext cx="4005072" cy="2240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9" name="Rectangle 5" descr="Rectangle shape">
            <a:extLst>
              <a:ext uri="{FF2B5EF4-FFF2-40B4-BE49-F238E27FC236}">
                <a16:creationId xmlns:a16="http://schemas.microsoft.com/office/drawing/2014/main" id="{72ED261F-FABA-4D73-8360-A897A6082FA6}"/>
              </a:ext>
            </a:extLst>
          </p:cNvPr>
          <p:cNvSpPr/>
          <p:nvPr userDrawn="1"/>
        </p:nvSpPr>
        <p:spPr>
          <a:xfrm>
            <a:off x="-1" y="5095175"/>
            <a:ext cx="7269481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</p:spTree>
    <p:extLst>
      <p:ext uri="{BB962C8B-B14F-4D97-AF65-F5344CB8AC3E}">
        <p14:creationId xmlns:p14="http://schemas.microsoft.com/office/powerpoint/2010/main" val="3454180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Block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790C1-778D-449B-9C8D-C9FC1B32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F8FD5-F70C-4F63-B90E-47DD23FC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5E539-C700-4989-957A-EA3BAAC4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9BB3731-526F-4638-85F8-715D717FFC1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9B2652-8511-4839-BEE4-52E3C2B884D9}"/>
              </a:ext>
            </a:extLst>
          </p:cNvPr>
          <p:cNvSpPr/>
          <p:nvPr userDrawn="1"/>
        </p:nvSpPr>
        <p:spPr>
          <a:xfrm>
            <a:off x="11352214" y="6246908"/>
            <a:ext cx="839787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947FF51-80C5-433A-A515-4334E2958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258" y="1740127"/>
            <a:ext cx="7800832" cy="93960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463" b="1" i="1">
                <a:solidFill>
                  <a:schemeClr val="tx1"/>
                </a:solidFill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F5FB13D-D6DC-4762-A443-A1E33781FA6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16020" y="4552666"/>
            <a:ext cx="2926080" cy="113535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488"/>
              </a:spcBef>
              <a:buClr>
                <a:schemeClr val="bg2"/>
              </a:buClr>
              <a:buFont typeface="Wingdings" panose="05000000000000000000" pitchFamily="2" charset="2"/>
              <a:buNone/>
              <a:defRPr sz="1138" b="0" i="0">
                <a:solidFill>
                  <a:schemeClr val="tx2"/>
                </a:solidFill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EFAFB9-41FD-471B-8C26-B5481B74C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617258"/>
            <a:ext cx="7800832" cy="5941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925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0D239C0-D332-4295-B0D2-EE7E153AEF8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216020" y="4002722"/>
            <a:ext cx="2926080" cy="4673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1788" b="1" i="0">
                <a:solidFill>
                  <a:schemeClr val="tx1"/>
                </a:solidFill>
                <a:latin typeface="+mj-lt"/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6CFA9DC2-8816-4504-9E78-0D6A51A4AB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13410" y="774398"/>
            <a:ext cx="2331721" cy="539496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138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9DB526-D20B-406D-B9C4-1B2FE49223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2259" y="2780485"/>
            <a:ext cx="1188720" cy="1188720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5688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6963D45-FFEE-47B2-BF3C-EF83D09DA71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4375" y="4552666"/>
            <a:ext cx="2926080" cy="113535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488"/>
              </a:spcBef>
              <a:buClr>
                <a:schemeClr val="bg2"/>
              </a:buClr>
              <a:buFont typeface="Wingdings" panose="05000000000000000000" pitchFamily="2" charset="2"/>
              <a:buNone/>
              <a:defRPr sz="1138" b="0" i="0">
                <a:solidFill>
                  <a:schemeClr val="tx2"/>
                </a:solidFill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0C6A052-44FB-4766-A715-5F60A7AEF0AD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834375" y="4002722"/>
            <a:ext cx="2926080" cy="4673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1788" b="1" i="0">
                <a:solidFill>
                  <a:schemeClr val="tx1"/>
                </a:solidFill>
                <a:latin typeface="+mj-lt"/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6217025-86DB-4E40-9AE4-98C2F14CA8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80614" y="2780485"/>
            <a:ext cx="1188720" cy="1188720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5688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CDA6EA2-A642-4AE3-88FA-F776A7BE3CA8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52731" y="4552666"/>
            <a:ext cx="2926080" cy="113535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488"/>
              </a:spcBef>
              <a:buClr>
                <a:schemeClr val="bg2"/>
              </a:buClr>
              <a:buFont typeface="Wingdings" panose="05000000000000000000" pitchFamily="2" charset="2"/>
              <a:buNone/>
              <a:defRPr sz="1138" b="0" i="0">
                <a:solidFill>
                  <a:schemeClr val="tx2"/>
                </a:solidFill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CF657BA-97D6-465F-8436-31FB0B884C8B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452731" y="4002722"/>
            <a:ext cx="2926080" cy="467382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1788" b="1" i="0">
                <a:solidFill>
                  <a:schemeClr val="tx1"/>
                </a:solidFill>
                <a:latin typeface="+mj-lt"/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BAA4180-32A5-4A82-BFBA-8673723FAA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8969" y="2780485"/>
            <a:ext cx="1188720" cy="1188720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5688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18" name="Rectangle 16" descr="Rectangle shape">
            <a:extLst>
              <a:ext uri="{FF2B5EF4-FFF2-40B4-BE49-F238E27FC236}">
                <a16:creationId xmlns:a16="http://schemas.microsoft.com/office/drawing/2014/main" id="{8F2E6E6B-AE50-42CD-844F-3408DB11EFCE}"/>
              </a:ext>
            </a:extLst>
          </p:cNvPr>
          <p:cNvSpPr/>
          <p:nvPr userDrawn="1"/>
        </p:nvSpPr>
        <p:spPr>
          <a:xfrm>
            <a:off x="1" y="1380173"/>
            <a:ext cx="5005520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</p:spTree>
    <p:extLst>
      <p:ext uri="{BB962C8B-B14F-4D97-AF65-F5344CB8AC3E}">
        <p14:creationId xmlns:p14="http://schemas.microsoft.com/office/powerpoint/2010/main" val="280364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790C1-778D-449B-9C8D-C9FC1B32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F8FD5-F70C-4F63-B90E-47DD23FC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5E539-C700-4989-957A-EA3BAAC4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9BB3731-526F-4638-85F8-715D717FFC1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9B2652-8511-4839-BEE4-52E3C2B884D9}"/>
              </a:ext>
            </a:extLst>
          </p:cNvPr>
          <p:cNvSpPr/>
          <p:nvPr userDrawn="1"/>
        </p:nvSpPr>
        <p:spPr>
          <a:xfrm>
            <a:off x="11352214" y="6246908"/>
            <a:ext cx="839787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14" name="Rectangle 11" descr="Rectangle shape">
            <a:extLst>
              <a:ext uri="{FF2B5EF4-FFF2-40B4-BE49-F238E27FC236}">
                <a16:creationId xmlns:a16="http://schemas.microsoft.com/office/drawing/2014/main" id="{5E384AC3-A3B2-41AF-859D-A91319695A80}"/>
              </a:ext>
            </a:extLst>
          </p:cNvPr>
          <p:cNvSpPr/>
          <p:nvPr userDrawn="1"/>
        </p:nvSpPr>
        <p:spPr>
          <a:xfrm>
            <a:off x="-1" y="1593587"/>
            <a:ext cx="10285886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7EF2D-3C1A-424C-A354-A32F5C03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18781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312BFB-BA84-40BC-BBA2-C294189319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1594" y="2297906"/>
            <a:ext cx="9168815" cy="226218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875"/>
            </a:lvl1pPr>
            <a:lvl2pPr marL="371475" indent="0">
              <a:buNone/>
              <a:defRPr/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108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790C1-778D-449B-9C8D-C9FC1B32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F8FD5-F70C-4F63-B90E-47DD23FC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5E539-C700-4989-957A-EA3BAAC4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9BB3731-526F-4638-85F8-715D717FFC1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9B2652-8511-4839-BEE4-52E3C2B884D9}"/>
              </a:ext>
            </a:extLst>
          </p:cNvPr>
          <p:cNvSpPr/>
          <p:nvPr userDrawn="1"/>
        </p:nvSpPr>
        <p:spPr>
          <a:xfrm>
            <a:off x="11352214" y="6246908"/>
            <a:ext cx="839787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EFAFB9-41FD-471B-8C26-B5481B74C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6086" y="797157"/>
            <a:ext cx="5679831" cy="619448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algn="ctr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925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EE15F6C3-281B-4328-BDB8-4C898228A1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9" y="774398"/>
            <a:ext cx="2331721" cy="539496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138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F59B93CA-5AD1-43A8-AF37-7DA25D3B400E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12360" y="1865306"/>
            <a:ext cx="6103964" cy="815993"/>
          </a:xfrm>
          <a:prstGeom prst="rect">
            <a:avLst/>
          </a:prstGeom>
        </p:spPr>
        <p:txBody>
          <a:bodyPr lIns="36000" tIns="0" rIns="0" bIns="0" anchor="t" anchorCtr="0">
            <a:normAutofit/>
          </a:bodyPr>
          <a:lstStyle>
            <a:lvl1pPr marL="0" indent="0">
              <a:buNone/>
              <a:defRPr sz="1463" b="1" i="1">
                <a:solidFill>
                  <a:schemeClr val="tx1"/>
                </a:solidFill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07EA497-80B1-41E2-8E50-4193B3DBB456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838199" y="3126698"/>
            <a:ext cx="960121" cy="96012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138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EA39902-3138-4686-85B5-3FE813B7BD36}"/>
              </a:ext>
            </a:extLst>
          </p:cNvPr>
          <p:cNvSpPr/>
          <p:nvPr userDrawn="1"/>
        </p:nvSpPr>
        <p:spPr>
          <a:xfrm>
            <a:off x="1798321" y="3126698"/>
            <a:ext cx="2395728" cy="9601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7D767E78-191D-404C-98CB-C65C651DC6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21254" y="3329723"/>
            <a:ext cx="2149559" cy="325986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 algn="l">
              <a:spcBef>
                <a:spcPts val="488"/>
              </a:spcBef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Person 1 Name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6474358B-E609-4F26-8A11-64E0DC41AD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22833" y="3658534"/>
            <a:ext cx="2148282" cy="244923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l">
              <a:spcBef>
                <a:spcPts val="488"/>
              </a:spcBef>
              <a:buNone/>
              <a:defRPr sz="1138" b="0" i="1">
                <a:solidFill>
                  <a:schemeClr val="tx2"/>
                </a:solidFill>
                <a:latin typeface="+mn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Member Title</a:t>
            </a:r>
          </a:p>
        </p:txBody>
      </p:sp>
      <p:sp>
        <p:nvSpPr>
          <p:cNvPr id="61" name="Picture Placeholder 7">
            <a:extLst>
              <a:ext uri="{FF2B5EF4-FFF2-40B4-BE49-F238E27FC236}">
                <a16:creationId xmlns:a16="http://schemas.microsoft.com/office/drawing/2014/main" id="{75335C46-548C-42F2-89FC-909F3B24282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977409" y="3126698"/>
            <a:ext cx="960121" cy="96012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138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66A588B-BA73-49FD-9E1E-1F1C51FD3850}"/>
              </a:ext>
            </a:extLst>
          </p:cNvPr>
          <p:cNvSpPr/>
          <p:nvPr userDrawn="1"/>
        </p:nvSpPr>
        <p:spPr>
          <a:xfrm>
            <a:off x="8937529" y="3126698"/>
            <a:ext cx="2395728" cy="9601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15790237-9A5F-4A9F-A5BB-E4FF0712C5E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60464" y="3329723"/>
            <a:ext cx="2149559" cy="325986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 algn="l">
              <a:spcBef>
                <a:spcPts val="488"/>
              </a:spcBef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Person 3 Name</a:t>
            </a:r>
          </a:p>
        </p:txBody>
      </p:sp>
      <p:sp>
        <p:nvSpPr>
          <p:cNvPr id="64" name="Text Placeholder 17">
            <a:extLst>
              <a:ext uri="{FF2B5EF4-FFF2-40B4-BE49-F238E27FC236}">
                <a16:creationId xmlns:a16="http://schemas.microsoft.com/office/drawing/2014/main" id="{A0554067-4F62-4CE7-AF48-55BBD708AC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062041" y="3658534"/>
            <a:ext cx="2148282" cy="244923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l">
              <a:spcBef>
                <a:spcPts val="488"/>
              </a:spcBef>
              <a:buNone/>
              <a:defRPr sz="1138" b="0" i="1">
                <a:solidFill>
                  <a:schemeClr val="tx2"/>
                </a:solidFill>
                <a:latin typeface="+mn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Member Title</a:t>
            </a:r>
          </a:p>
        </p:txBody>
      </p:sp>
      <p:sp>
        <p:nvSpPr>
          <p:cNvPr id="65" name="Picture Placeholder 7">
            <a:extLst>
              <a:ext uri="{FF2B5EF4-FFF2-40B4-BE49-F238E27FC236}">
                <a16:creationId xmlns:a16="http://schemas.microsoft.com/office/drawing/2014/main" id="{AA1B0DE9-602F-4ECB-AF1E-00D45491BC91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403916" y="3126698"/>
            <a:ext cx="960121" cy="96012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138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43DD23D-9D79-4667-BB9E-A3A54505AEDA}"/>
              </a:ext>
            </a:extLst>
          </p:cNvPr>
          <p:cNvSpPr/>
          <p:nvPr userDrawn="1"/>
        </p:nvSpPr>
        <p:spPr>
          <a:xfrm>
            <a:off x="5364038" y="3126698"/>
            <a:ext cx="2399617" cy="9601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FFDAE67E-CF93-4600-BFAE-AF6B317A9EB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86971" y="3329723"/>
            <a:ext cx="2149559" cy="325986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 algn="l">
              <a:spcBef>
                <a:spcPts val="488"/>
              </a:spcBef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Person 2 Name</a:t>
            </a:r>
          </a:p>
        </p:txBody>
      </p:sp>
      <p:sp>
        <p:nvSpPr>
          <p:cNvPr id="68" name="Text Placeholder 17">
            <a:extLst>
              <a:ext uri="{FF2B5EF4-FFF2-40B4-BE49-F238E27FC236}">
                <a16:creationId xmlns:a16="http://schemas.microsoft.com/office/drawing/2014/main" id="{0F0E3D9A-B0CE-4BF9-A274-1FB704C416E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88548" y="3658534"/>
            <a:ext cx="2148282" cy="244923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l">
              <a:spcBef>
                <a:spcPts val="488"/>
              </a:spcBef>
              <a:buNone/>
              <a:defRPr sz="1138" b="0" i="1">
                <a:solidFill>
                  <a:schemeClr val="tx2"/>
                </a:solidFill>
                <a:latin typeface="+mn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Member Title</a:t>
            </a:r>
          </a:p>
        </p:txBody>
      </p:sp>
      <p:sp>
        <p:nvSpPr>
          <p:cNvPr id="69" name="Picture Placeholder 7">
            <a:extLst>
              <a:ext uri="{FF2B5EF4-FFF2-40B4-BE49-F238E27FC236}">
                <a16:creationId xmlns:a16="http://schemas.microsoft.com/office/drawing/2014/main" id="{36B2F594-9AB1-4C33-86BE-4732609D6B0A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278465" y="4316113"/>
            <a:ext cx="960121" cy="96012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138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7FB6684-D013-48BC-9926-29E0BCA889B1}"/>
              </a:ext>
            </a:extLst>
          </p:cNvPr>
          <p:cNvSpPr/>
          <p:nvPr userDrawn="1"/>
        </p:nvSpPr>
        <p:spPr>
          <a:xfrm>
            <a:off x="2238586" y="4316113"/>
            <a:ext cx="2395728" cy="9601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EECC50BE-82E8-4ECC-B642-5C11A927A70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61520" y="4519138"/>
            <a:ext cx="2149559" cy="325986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 algn="l">
              <a:spcBef>
                <a:spcPts val="488"/>
              </a:spcBef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Person 4 Name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4D96D406-D0F6-4E2D-BAE8-7B011D620FE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363098" y="4847949"/>
            <a:ext cx="2148282" cy="244923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l">
              <a:spcBef>
                <a:spcPts val="488"/>
              </a:spcBef>
              <a:buNone/>
              <a:defRPr sz="1138" b="0" i="1">
                <a:solidFill>
                  <a:schemeClr val="tx2"/>
                </a:solidFill>
                <a:latin typeface="+mn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Member Title</a:t>
            </a:r>
          </a:p>
        </p:txBody>
      </p:sp>
      <p:sp>
        <p:nvSpPr>
          <p:cNvPr id="73" name="Picture Placeholder 7">
            <a:extLst>
              <a:ext uri="{FF2B5EF4-FFF2-40B4-BE49-F238E27FC236}">
                <a16:creationId xmlns:a16="http://schemas.microsoft.com/office/drawing/2014/main" id="{5668E7D0-A78F-45EC-BEC4-CAB0E6F96F3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417675" y="4316113"/>
            <a:ext cx="960121" cy="96012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138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02DAEE6-8B1C-4222-949F-830F7C3A4E16}"/>
              </a:ext>
            </a:extLst>
          </p:cNvPr>
          <p:cNvSpPr/>
          <p:nvPr userDrawn="1"/>
        </p:nvSpPr>
        <p:spPr>
          <a:xfrm>
            <a:off x="9377795" y="4316113"/>
            <a:ext cx="2395728" cy="9601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3CE9A073-35B5-4F1C-85E3-4BB12A5F435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00729" y="4519138"/>
            <a:ext cx="2149559" cy="325986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 algn="l">
              <a:spcBef>
                <a:spcPts val="488"/>
              </a:spcBef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Person 6 Name</a:t>
            </a:r>
          </a:p>
        </p:txBody>
      </p:sp>
      <p:sp>
        <p:nvSpPr>
          <p:cNvPr id="76" name="Text Placeholder 17">
            <a:extLst>
              <a:ext uri="{FF2B5EF4-FFF2-40B4-BE49-F238E27FC236}">
                <a16:creationId xmlns:a16="http://schemas.microsoft.com/office/drawing/2014/main" id="{F7309B33-C344-4C68-8156-822D38F43FE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502308" y="4847949"/>
            <a:ext cx="2148282" cy="244923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l">
              <a:spcBef>
                <a:spcPts val="488"/>
              </a:spcBef>
              <a:buNone/>
              <a:defRPr sz="1138" b="0" i="1">
                <a:solidFill>
                  <a:schemeClr val="tx2"/>
                </a:solidFill>
                <a:latin typeface="+mn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Member Title</a:t>
            </a:r>
          </a:p>
        </p:txBody>
      </p:sp>
      <p:sp>
        <p:nvSpPr>
          <p:cNvPr id="77" name="Picture Placeholder 7">
            <a:extLst>
              <a:ext uri="{FF2B5EF4-FFF2-40B4-BE49-F238E27FC236}">
                <a16:creationId xmlns:a16="http://schemas.microsoft.com/office/drawing/2014/main" id="{D6B0782E-8C48-4FC4-B086-A5606E01F5DB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844182" y="4316113"/>
            <a:ext cx="960121" cy="96012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138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8A195F5-3125-484A-954D-EB0E743F6947}"/>
              </a:ext>
            </a:extLst>
          </p:cNvPr>
          <p:cNvSpPr/>
          <p:nvPr userDrawn="1"/>
        </p:nvSpPr>
        <p:spPr>
          <a:xfrm>
            <a:off x="5804304" y="4316113"/>
            <a:ext cx="2399617" cy="9601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79" name="Text Placeholder 17">
            <a:extLst>
              <a:ext uri="{FF2B5EF4-FFF2-40B4-BE49-F238E27FC236}">
                <a16:creationId xmlns:a16="http://schemas.microsoft.com/office/drawing/2014/main" id="{428D2D4B-ED0B-40E0-9ECD-C95A1903990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927237" y="4519138"/>
            <a:ext cx="2149559" cy="325986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 algn="l">
              <a:spcBef>
                <a:spcPts val="488"/>
              </a:spcBef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Person 5 Name</a:t>
            </a:r>
          </a:p>
        </p:txBody>
      </p:sp>
      <p:sp>
        <p:nvSpPr>
          <p:cNvPr id="80" name="Text Placeholder 17">
            <a:extLst>
              <a:ext uri="{FF2B5EF4-FFF2-40B4-BE49-F238E27FC236}">
                <a16:creationId xmlns:a16="http://schemas.microsoft.com/office/drawing/2014/main" id="{35125C72-EAD5-4723-BBD0-6B22FA0785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928814" y="4847949"/>
            <a:ext cx="2148282" cy="244923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l">
              <a:spcBef>
                <a:spcPts val="488"/>
              </a:spcBef>
              <a:buNone/>
              <a:defRPr sz="1138" b="0" i="1">
                <a:solidFill>
                  <a:schemeClr val="tx2"/>
                </a:solidFill>
                <a:latin typeface="+mn-lt"/>
              </a:defRPr>
            </a:lvl1pPr>
            <a:lvl2pPr marL="37147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2pPr>
            <a:lvl3pPr marL="74295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3pPr>
            <a:lvl4pPr marL="1114425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4pPr>
            <a:lvl5pPr marL="1485900" indent="0" algn="ctr">
              <a:buNone/>
              <a:defRPr sz="1625" b="1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Member Title</a:t>
            </a:r>
          </a:p>
        </p:txBody>
      </p:sp>
      <p:sp>
        <p:nvSpPr>
          <p:cNvPr id="33" name="Rectangle 63" descr="Rectangle shape">
            <a:extLst>
              <a:ext uri="{FF2B5EF4-FFF2-40B4-BE49-F238E27FC236}">
                <a16:creationId xmlns:a16="http://schemas.microsoft.com/office/drawing/2014/main" id="{ACFA1245-86BF-45AA-B492-5CE7275AFF80}"/>
              </a:ext>
            </a:extLst>
          </p:cNvPr>
          <p:cNvSpPr/>
          <p:nvPr userDrawn="1"/>
        </p:nvSpPr>
        <p:spPr>
          <a:xfrm>
            <a:off x="1" y="1516317"/>
            <a:ext cx="8076794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</p:spTree>
    <p:extLst>
      <p:ext uri="{BB962C8B-B14F-4D97-AF65-F5344CB8AC3E}">
        <p14:creationId xmlns:p14="http://schemas.microsoft.com/office/powerpoint/2010/main" val="152652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9E029D3-A2D2-4959-AD45-2926DF4C67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9A919AF-E573-4B3C-8E98-F501EABA1B1B}"/>
              </a:ext>
            </a:extLst>
          </p:cNvPr>
          <p:cNvSpPr/>
          <p:nvPr userDrawn="1"/>
        </p:nvSpPr>
        <p:spPr>
          <a:xfrm>
            <a:off x="4108011" y="765175"/>
            <a:ext cx="3990526" cy="1756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  <p:sp>
        <p:nvSpPr>
          <p:cNvPr id="20" name="Rectangle 18" descr="Rectangle shape">
            <a:extLst>
              <a:ext uri="{FF2B5EF4-FFF2-40B4-BE49-F238E27FC236}">
                <a16:creationId xmlns:a16="http://schemas.microsoft.com/office/drawing/2014/main" id="{456AD312-1A1E-4043-B08C-1410D3EDEC27}"/>
              </a:ext>
            </a:extLst>
          </p:cNvPr>
          <p:cNvSpPr/>
          <p:nvPr userDrawn="1"/>
        </p:nvSpPr>
        <p:spPr>
          <a:xfrm>
            <a:off x="1" y="5262290"/>
            <a:ext cx="12191999" cy="777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63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EB3FF-7F57-482E-BA1B-44AD9E95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9BB3731-526F-4638-85F8-715D717FFC1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24308D-CE80-4FF7-81BB-AFBECF7EA2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3465" y="2521330"/>
            <a:ext cx="4005072" cy="2740961"/>
          </a:xfrm>
          <a:prstGeom prst="rect">
            <a:avLst/>
          </a:prstGeom>
          <a:solidFill>
            <a:schemeClr val="tx1"/>
          </a:solidFill>
        </p:spPr>
        <p:txBody>
          <a:bodyPr tIns="72000" rIns="72000" bIns="792000" anchor="b">
            <a:normAutofit/>
          </a:bodyPr>
          <a:lstStyle>
            <a:lvl1pPr algn="ctr">
              <a:lnSpc>
                <a:spcPct val="85000"/>
              </a:lnSpc>
              <a:defRPr lang="ru-RU" sz="4875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/>
              <a:t>THANK</a:t>
            </a:r>
            <a:br>
              <a:rPr lang="en-US" noProof="0"/>
            </a:br>
            <a:r>
              <a:rPr lang="en-US" noProof="0"/>
              <a:t>YOU!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E46EE0C-8420-4BA8-9E2D-0780DB1E65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30141" y="1338610"/>
            <a:ext cx="2331721" cy="539496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138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ACAC3-4604-4C09-A60E-353A71E93E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8039" y="4541163"/>
            <a:ext cx="3038475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August Bergqvist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AD3B8E-A11F-4EAE-94E5-5A918EEFB7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8558" y="5378325"/>
            <a:ext cx="1800225" cy="28098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63" b="1" i="1">
                <a:solidFill>
                  <a:schemeClr val="tx2"/>
                </a:solidFill>
              </a:defRPr>
            </a:lvl1pPr>
            <a:lvl2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2pPr>
            <a:lvl3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3pPr>
            <a:lvl4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4pPr>
            <a:lvl5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noProof="0"/>
              <a:t>Phone: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C7CDA87-1949-494C-94DB-E500247384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8558" y="5658104"/>
            <a:ext cx="2858011" cy="2801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>
              <a:defRPr sz="1138">
                <a:solidFill>
                  <a:schemeClr val="bg1"/>
                </a:solidFill>
              </a:defRPr>
            </a:lvl2pPr>
            <a:lvl3pPr>
              <a:defRPr sz="1138">
                <a:solidFill>
                  <a:schemeClr val="bg1"/>
                </a:solidFill>
              </a:defRPr>
            </a:lvl3pPr>
            <a:lvl4pPr>
              <a:defRPr sz="1138">
                <a:solidFill>
                  <a:schemeClr val="bg1"/>
                </a:solidFill>
              </a:defRPr>
            </a:lvl4pPr>
            <a:lvl5pPr>
              <a:defRPr sz="1138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678-555-0177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D20ADC7-EE42-4D0E-B17A-883FE693D6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08012" y="5377934"/>
            <a:ext cx="1800225" cy="28098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63" b="1" i="1">
                <a:solidFill>
                  <a:schemeClr val="tx2"/>
                </a:solidFill>
              </a:defRPr>
            </a:lvl1pPr>
            <a:lvl2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2pPr>
            <a:lvl3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3pPr>
            <a:lvl4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4pPr>
            <a:lvl5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noProof="0"/>
              <a:t>Email: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9FFFDD-8708-4CDD-974F-8A022BB26A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8012" y="5657711"/>
            <a:ext cx="3684587" cy="280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>
              <a:defRPr sz="1138">
                <a:solidFill>
                  <a:schemeClr val="bg1"/>
                </a:solidFill>
              </a:defRPr>
            </a:lvl2pPr>
            <a:lvl3pPr>
              <a:defRPr sz="1138">
                <a:solidFill>
                  <a:schemeClr val="bg1"/>
                </a:solidFill>
              </a:defRPr>
            </a:lvl3pPr>
            <a:lvl4pPr>
              <a:defRPr sz="1138">
                <a:solidFill>
                  <a:schemeClr val="bg1"/>
                </a:solidFill>
              </a:defRPr>
            </a:lvl4pPr>
            <a:lvl5pPr>
              <a:defRPr sz="1138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bergqvist@vanarsdelltd.com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CDE37318-4A32-4233-997C-CE244B16F5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8537" y="5377934"/>
            <a:ext cx="1800225" cy="28098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63" b="1" i="1">
                <a:solidFill>
                  <a:schemeClr val="tx2"/>
                </a:solidFill>
              </a:defRPr>
            </a:lvl1pPr>
            <a:lvl2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2pPr>
            <a:lvl3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3pPr>
            <a:lvl4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4pPr>
            <a:lvl5pPr>
              <a:defRPr sz="1463">
                <a:solidFill>
                  <a:schemeClr val="bg2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noProof="0"/>
              <a:t>Website: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1F818617-24CC-4E07-ABE4-A23E89FC13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8537" y="5657711"/>
            <a:ext cx="3240000" cy="280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25" b="1">
                <a:solidFill>
                  <a:schemeClr val="tx1"/>
                </a:solidFill>
                <a:latin typeface="+mj-lt"/>
              </a:defRPr>
            </a:lvl1pPr>
            <a:lvl2pPr>
              <a:defRPr sz="1138">
                <a:solidFill>
                  <a:schemeClr val="bg1"/>
                </a:solidFill>
              </a:defRPr>
            </a:lvl2pPr>
            <a:lvl3pPr>
              <a:defRPr sz="1138">
                <a:solidFill>
                  <a:schemeClr val="bg1"/>
                </a:solidFill>
              </a:defRPr>
            </a:lvl3pPr>
            <a:lvl4pPr>
              <a:defRPr sz="1138">
                <a:solidFill>
                  <a:schemeClr val="bg1"/>
                </a:solidFill>
              </a:defRPr>
            </a:lvl4pPr>
            <a:lvl5pPr>
              <a:defRPr sz="1138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www.vanasdelltd.com</a:t>
            </a:r>
          </a:p>
        </p:txBody>
      </p:sp>
      <p:sp>
        <p:nvSpPr>
          <p:cNvPr id="21" name="Rectangle 12" descr="Rectangle shape">
            <a:extLst>
              <a:ext uri="{FF2B5EF4-FFF2-40B4-BE49-F238E27FC236}">
                <a16:creationId xmlns:a16="http://schemas.microsoft.com/office/drawing/2014/main" id="{F63A6226-0829-4BFB-805E-8B463D763BD0}"/>
              </a:ext>
            </a:extLst>
          </p:cNvPr>
          <p:cNvSpPr/>
          <p:nvPr userDrawn="1"/>
        </p:nvSpPr>
        <p:spPr>
          <a:xfrm>
            <a:off x="4760496" y="2320161"/>
            <a:ext cx="7431505" cy="201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noProof="0" dirty="0"/>
          </a:p>
        </p:txBody>
      </p:sp>
    </p:spTree>
    <p:extLst>
      <p:ext uri="{BB962C8B-B14F-4D97-AF65-F5344CB8AC3E}">
        <p14:creationId xmlns:p14="http://schemas.microsoft.com/office/powerpoint/2010/main" val="751821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1" hidden="1">
            <a:extLst>
              <a:ext uri="{FF2B5EF4-FFF2-40B4-BE49-F238E27FC236}">
                <a16:creationId xmlns:a16="http://schemas.microsoft.com/office/drawing/2014/main" id="{72C02C13-0475-47D7-A7CD-F60A7CD50EF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61" hidden="1">
                        <a:extLst>
                          <a:ext uri="{FF2B5EF4-FFF2-40B4-BE49-F238E27FC236}">
                            <a16:creationId xmlns:a16="http://schemas.microsoft.com/office/drawing/2014/main" id="{72C02C13-0475-47D7-A7CD-F60A7CD50E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oc id">
            <a:extLst>
              <a:ext uri="{FF2B5EF4-FFF2-40B4-BE49-F238E27FC236}">
                <a16:creationId xmlns:a16="http://schemas.microsoft.com/office/drawing/2014/main" id="{49CAF7EA-DCAC-423C-A2D4-BAC5779CA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4991" y="51832"/>
            <a:ext cx="894112" cy="12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endParaRPr lang="en-US" altLang="en-US" sz="816" dirty="0">
              <a:solidFill>
                <a:srgbClr val="808080"/>
              </a:solidFill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848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5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171443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610201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77335" y="428626"/>
            <a:ext cx="10837333" cy="857249"/>
          </a:xfrm>
          <a:prstGeom prst="rect">
            <a:avLst/>
          </a:prstGeom>
        </p:spPr>
        <p:txBody>
          <a:bodyPr/>
          <a:lstStyle>
            <a:lvl1pPr algn="l">
              <a:defRPr sz="4000">
                <a:latin typeface="Calibri" pitchFamily="34" charset="0"/>
                <a:cs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677335" y="1428751"/>
            <a:ext cx="10837333" cy="4500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Nobel-Book" panose="02000503040000020004" pitchFamily="2" charset="0"/>
                <a:cs typeface="Nobel-Book" panose="02000503040000020004" pitchFamily="2" charset="0"/>
              </a:defRPr>
            </a:lvl1pPr>
            <a:lvl2pPr>
              <a:defRPr sz="2400">
                <a:latin typeface="Nobel-Book" panose="02000503040000020004" pitchFamily="2" charset="0"/>
                <a:cs typeface="Nobel-Book" panose="02000503040000020004" pitchFamily="2" charset="0"/>
              </a:defRPr>
            </a:lvl2pPr>
            <a:lvl3pPr>
              <a:defRPr sz="2000">
                <a:latin typeface="Nobel-Book" panose="02000503040000020004" pitchFamily="2" charset="0"/>
                <a:cs typeface="Nobel-Book" panose="02000503040000020004" pitchFamily="2" charset="0"/>
              </a:defRPr>
            </a:lvl3pPr>
            <a:lvl4pPr>
              <a:defRPr sz="1800">
                <a:latin typeface="Nobel-Book" panose="02000503040000020004" pitchFamily="2" charset="0"/>
                <a:cs typeface="Nobel-Book" panose="02000503040000020004" pitchFamily="2" charset="0"/>
              </a:defRPr>
            </a:lvl4pPr>
            <a:lvl5pPr>
              <a:defRPr sz="1800">
                <a:latin typeface="Nobel-Book" panose="02000503040000020004" pitchFamily="2" charset="0"/>
                <a:cs typeface="Nobel-Book" panose="0200050304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01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95A49EC3-7FD6-4B45-8843-9C971FFA60C5}" type="datetimeFigureOut">
              <a:rPr lang="en-US" smtClean="0"/>
              <a:t>02/11/2023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7765EE3-5348-46A3-AEC4-DFF4638C55E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7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72474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0"/>
            <a:ext cx="12192000" cy="68538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08" y="565481"/>
            <a:ext cx="10381973" cy="7803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4800" dirty="0">
                <a:solidFill>
                  <a:schemeClr val="tx1"/>
                </a:solidFill>
                <a:cs typeface="Nobel-Regular" panose="02000503030000020004" pitchFamily="2" charset="0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008" y="1563757"/>
            <a:ext cx="11944627" cy="4757530"/>
          </a:xfrm>
        </p:spPr>
        <p:txBody>
          <a:bodyPr>
            <a:normAutofit/>
          </a:bodyPr>
          <a:lstStyle>
            <a:lvl1pPr marL="228600" indent="-228600">
              <a:buClr>
                <a:srgbClr val="FF0000"/>
              </a:buClr>
              <a:buFont typeface="Wingdings" panose="05000000000000000000" pitchFamily="2" charset="2"/>
              <a:buChar char="Ø"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Dubai" charset="0"/>
                <a:cs typeface="Dubai" charset="0"/>
              </a:defRPr>
            </a:lvl1pPr>
            <a:lvl2pPr marL="685800" indent="-228600">
              <a:buClr>
                <a:srgbClr val="FF0000"/>
              </a:buClr>
              <a:buFont typeface="Wingdings" panose="05000000000000000000" pitchFamily="2" charset="2"/>
              <a:buChar char="Ø"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Dubai" charset="0"/>
                <a:cs typeface="Dubai" charset="0"/>
              </a:defRPr>
            </a:lvl2pPr>
            <a:lvl3pPr marL="1143000" indent="-228600">
              <a:buClr>
                <a:srgbClr val="FF0000"/>
              </a:buClr>
              <a:buFont typeface="Wingdings" panose="05000000000000000000" pitchFamily="2" charset="2"/>
              <a:buChar char="Ø"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Dubai" charset="0"/>
                <a:cs typeface="Dubai" charset="0"/>
              </a:defRPr>
            </a:lvl3pPr>
            <a:lvl4pPr marL="1600200" indent="-228600">
              <a:buClr>
                <a:srgbClr val="FF0000"/>
              </a:buClr>
              <a:buFont typeface="Wingdings" panose="05000000000000000000" pitchFamily="2" charset="2"/>
              <a:buChar char="Ø"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Dubai" charset="0"/>
                <a:cs typeface="Dubai" charset="0"/>
              </a:defRPr>
            </a:lvl4pPr>
            <a:lvl5pPr marL="2057400" indent="-228600">
              <a:buClr>
                <a:srgbClr val="FF0000"/>
              </a:buClr>
              <a:buFont typeface="Wingdings" panose="05000000000000000000" pitchFamily="2" charset="2"/>
              <a:buChar char="Ø"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Dubai" charset="0"/>
                <a:cs typeface="Dubai" charset="0"/>
              </a:defRPr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0292547" y="6511553"/>
            <a:ext cx="1554479" cy="272935"/>
          </a:xfrm>
          <a:prstGeom prst="rect">
            <a:avLst/>
          </a:prstGeom>
          <a:solidFill>
            <a:srgbClr val="D1D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813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30480"/>
            <a:ext cx="12191999" cy="6882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79443" y="1875156"/>
            <a:ext cx="8303224" cy="153860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TITLE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0292547" y="6511553"/>
            <a:ext cx="1554479" cy="272935"/>
          </a:xfrm>
          <a:prstGeom prst="rect">
            <a:avLst/>
          </a:prstGeom>
          <a:solidFill>
            <a:srgbClr val="D1D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003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5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0238063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989562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2822624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6833684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9318748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6069540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903128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6408102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5488657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42084749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6208206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50023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1804127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2994535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40699748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9459536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9035833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7463622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52592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2367035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9866036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746672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0048273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7689016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833105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2758594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62804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8810762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2495592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8109408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8315472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508000" y="2057401"/>
            <a:ext cx="9855200" cy="3965575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Calibri" panose="020F0502020204030204" pitchFamily="34" charset="0"/>
              <a:buChar char="|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Insert table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685934"/>
            <a:ext cx="8737600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412780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12192000" cy="685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6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tags" Target="../tags/tag10.xml"/><Relationship Id="rId68" Type="http://schemas.openxmlformats.org/officeDocument/2006/relationships/tags" Target="../tags/tag1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vmlDrawing" Target="../drawings/vmlDrawing1.vml"/><Relationship Id="rId58" Type="http://schemas.openxmlformats.org/officeDocument/2006/relationships/tags" Target="../tags/tag5.xml"/><Relationship Id="rId66" Type="http://schemas.openxmlformats.org/officeDocument/2006/relationships/tags" Target="../tags/tag13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8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3.xml"/><Relationship Id="rId64" Type="http://schemas.openxmlformats.org/officeDocument/2006/relationships/tags" Target="../tags/tag11.xml"/><Relationship Id="rId69" Type="http://schemas.openxmlformats.org/officeDocument/2006/relationships/tags" Target="../tags/tag1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ags" Target="../tags/tag6.xml"/><Relationship Id="rId67" Type="http://schemas.openxmlformats.org/officeDocument/2006/relationships/tags" Target="../tags/tag14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ags" Target="../tags/tag1.xml"/><Relationship Id="rId62" Type="http://schemas.openxmlformats.org/officeDocument/2006/relationships/tags" Target="../tags/tag9.xml"/><Relationship Id="rId70" Type="http://schemas.openxmlformats.org/officeDocument/2006/relationships/tags" Target="../tags/tag1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60" Type="http://schemas.openxmlformats.org/officeDocument/2006/relationships/tags" Target="../tags/tag7.xml"/><Relationship Id="rId65" Type="http://schemas.openxmlformats.org/officeDocument/2006/relationships/tags" Target="../tags/tag12.xml"/><Relationship Id="rId73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71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54"/>
            </p:custDataLst>
            <p:extLst/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think-cell Slide" r:id="rId71" imgW="270" imgH="270" progId="TCLayout.ActiveDocument.1">
                  <p:embed/>
                </p:oleObj>
              </mc:Choice>
              <mc:Fallback>
                <p:oleObj name="think-cell Slide" r:id="rId71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55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x-none" sz="1632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/>
        </p:nvSpPr>
        <p:spPr bwMode="gray">
          <a:xfrm rot="5400000">
            <a:off x="11114000" y="1979059"/>
            <a:ext cx="1965947" cy="9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GB" sz="612" baseline="0">
                <a:solidFill>
                  <a:srgbClr val="808080"/>
                </a:solidFill>
                <a:latin typeface="+mn-lt"/>
                <a:ea typeface="+mn-ea"/>
              </a:rPr>
              <a:t>Last Modified 23/08/2020 10:12 Arabian Standard Time</a:t>
            </a:r>
            <a:endParaRPr lang="x-none" sz="163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gray">
          <a:xfrm rot="5400000">
            <a:off x="11225216" y="4197039"/>
            <a:ext cx="1743510" cy="9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GB" sz="612" baseline="0">
                <a:solidFill>
                  <a:srgbClr val="808080"/>
                </a:solidFill>
                <a:latin typeface="+mn-lt"/>
                <a:ea typeface="+mn-ea"/>
              </a:rPr>
              <a:t>Printed 24/07/2019 19:54 Arabian Standard Time</a:t>
            </a:r>
            <a:endParaRPr lang="x-none" sz="163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61986" y="77304"/>
            <a:ext cx="511939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x-none" sz="816" cap="all" baseline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61987" y="566137"/>
            <a:ext cx="11725484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 lang="x-none"/>
            </a:pPr>
            <a:r>
              <a:rPr lang="x-none" sz="1632" baseline="0">
                <a:solidFill>
                  <a:schemeClr val="accent6"/>
                </a:solidFill>
                <a:latin typeface="+mn-lt"/>
                <a:ea typeface="+mn-ea"/>
              </a:rPr>
              <a:t>Unit of measure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2696615" y="1995073"/>
            <a:ext cx="5801188" cy="531276"/>
            <a:chOff x="915" y="702"/>
            <a:chExt cx="2686" cy="328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2"/>
              <a:ext cx="2686" cy="32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x-none" sz="1632" b="1" baseline="0">
                  <a:solidFill>
                    <a:srgbClr val="000000"/>
                  </a:solidFill>
                  <a:latin typeface="+mn-lt"/>
                  <a:ea typeface="+mn-ea"/>
                </a:rPr>
                <a:t>Title</a:t>
              </a:r>
            </a:p>
            <a:p>
              <a:r>
                <a:rPr lang="x-none" sz="1632" baseline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sp>
        <p:nvSpPr>
          <p:cNvPr id="64" name="Rectangle 63"/>
          <p:cNvSpPr/>
          <p:nvPr userDrawn="1"/>
        </p:nvSpPr>
        <p:spPr bwMode="ltGray">
          <a:xfrm>
            <a:off x="1" y="6560370"/>
            <a:ext cx="12192000" cy="297630"/>
          </a:xfrm>
          <a:prstGeom prst="rect">
            <a:avLst/>
          </a:prstGeom>
          <a:solidFill>
            <a:srgbClr val="152A3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297" tIns="46649" rIns="93297" bIns="466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" name="Slide Number"/>
          <p:cNvSpPr txBox="1">
            <a:spLocks/>
          </p:cNvSpPr>
          <p:nvPr userDrawn="1"/>
        </p:nvSpPr>
        <p:spPr bwMode="ltGray">
          <a:xfrm>
            <a:off x="11762436" y="6641718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algn="r"/>
            <a:fld id="{42C328C1-A84F-4A39-A664-DBA00541A8C6}" type="slidenum">
              <a:rPr lang="x-none" sz="800" baseline="0" smtClean="0">
                <a:solidFill>
                  <a:schemeClr val="bg1"/>
                </a:solidFill>
                <a:latin typeface="+mn-lt"/>
              </a:rPr>
              <a:pPr algn="r"/>
              <a:t>‹#›</a:t>
            </a:fld>
            <a:endParaRPr lang="x-none" sz="800" baseline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Slide Elements" hidden="1"/>
          <p:cNvGrpSpPr>
            <a:grpSpLocks/>
          </p:cNvGrpSpPr>
          <p:nvPr userDrawn="1"/>
        </p:nvGrpSpPr>
        <p:grpSpPr bwMode="gray">
          <a:xfrm>
            <a:off x="161987" y="6377534"/>
            <a:ext cx="11725484" cy="389788"/>
            <a:chOff x="119063" y="6250216"/>
            <a:chExt cx="8618537" cy="382028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gray">
            <a:xfrm>
              <a:off x="119063" y="6250216"/>
              <a:ext cx="8618537" cy="125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85846" indent="-85846">
                <a:defRPr lang="x-none"/>
              </a:pPr>
              <a:r>
                <a:rPr lang="x-none" sz="816" baseline="0">
                  <a:solidFill>
                    <a:srgbClr val="808080"/>
                  </a:solidFill>
                  <a:latin typeface="+mn-lt"/>
                  <a:ea typeface="+mn-ea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gray">
            <a:xfrm>
              <a:off x="119063" y="6506697"/>
              <a:ext cx="7690797" cy="125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524791" indent="-524791" defTabSz="913526">
                <a:tabLst>
                  <a:tab pos="625214" algn="l"/>
                </a:tabLst>
              </a:pPr>
              <a:r>
                <a:rPr lang="en-US" sz="816" baseline="0">
                  <a:solidFill>
                    <a:schemeClr val="bg1"/>
                  </a:solidFill>
                  <a:latin typeface="+mn-lt"/>
                  <a:ea typeface="+mn-ea"/>
                </a:rPr>
                <a:t>SOURCE: </a:t>
              </a:r>
              <a:r>
                <a:rPr lang="x-none" sz="816" baseline="0">
                  <a:solidFill>
                    <a:schemeClr val="bg1"/>
                  </a:solidFill>
                  <a:latin typeface="+mn-lt"/>
                  <a:ea typeface="+mn-ea"/>
                </a:rPr>
                <a:t>Source</a:t>
              </a:r>
            </a:p>
          </p:txBody>
        </p:sp>
      </p:grpSp>
      <p:grpSp>
        <p:nvGrpSpPr>
          <p:cNvPr id="67" name="LegendBoxes" hidden="1"/>
          <p:cNvGrpSpPr>
            <a:grpSpLocks/>
          </p:cNvGrpSpPr>
          <p:nvPr userDrawn="1"/>
        </p:nvGrpSpPr>
        <p:grpSpPr bwMode="auto">
          <a:xfrm>
            <a:off x="11108361" y="275438"/>
            <a:ext cx="788828" cy="1022061"/>
            <a:chOff x="4936" y="176"/>
            <a:chExt cx="487" cy="631"/>
          </a:xfrm>
        </p:grpSpPr>
        <p:sp>
          <p:nvSpPr>
            <p:cNvPr id="68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69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>
                <a:latin typeface="+mn-lt"/>
              </a:endParaRPr>
            </a:p>
          </p:txBody>
        </p:sp>
        <p:sp>
          <p:nvSpPr>
            <p:cNvPr id="70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1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>
                <a:latin typeface="+mn-lt"/>
              </a:endParaRPr>
            </a:p>
          </p:txBody>
        </p:sp>
        <p:sp>
          <p:nvSpPr>
            <p:cNvPr id="72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3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>
                <a:latin typeface="+mn-lt"/>
              </a:endParaRPr>
            </a:p>
          </p:txBody>
        </p:sp>
        <p:sp>
          <p:nvSpPr>
            <p:cNvPr id="74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5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>
                <a:latin typeface="+mn-lt"/>
              </a:endParaRPr>
            </a:p>
          </p:txBody>
        </p:sp>
      </p:grpSp>
      <p:grpSp>
        <p:nvGrpSpPr>
          <p:cNvPr id="76" name="LegendLines" hidden="1"/>
          <p:cNvGrpSpPr>
            <a:grpSpLocks/>
          </p:cNvGrpSpPr>
          <p:nvPr userDrawn="1"/>
        </p:nvGrpSpPr>
        <p:grpSpPr bwMode="auto">
          <a:xfrm>
            <a:off x="10794126" y="275438"/>
            <a:ext cx="1103063" cy="749943"/>
            <a:chOff x="4750" y="176"/>
            <a:chExt cx="681" cy="463"/>
          </a:xfrm>
        </p:grpSpPr>
        <p:sp>
          <p:nvSpPr>
            <p:cNvPr id="77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24">
                <a:latin typeface="+mn-lt"/>
              </a:endParaRPr>
            </a:p>
          </p:txBody>
        </p:sp>
        <p:sp>
          <p:nvSpPr>
            <p:cNvPr id="78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24">
                <a:latin typeface="+mn-lt"/>
              </a:endParaRPr>
            </a:p>
          </p:txBody>
        </p:sp>
        <p:sp>
          <p:nvSpPr>
            <p:cNvPr id="79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24">
                <a:latin typeface="+mn-lt"/>
              </a:endParaRPr>
            </a:p>
          </p:txBody>
        </p:sp>
        <p:sp>
          <p:nvSpPr>
            <p:cNvPr id="80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81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82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</p:grpSp>
      <p:grpSp>
        <p:nvGrpSpPr>
          <p:cNvPr id="83" name="McKSticker" hidden="1"/>
          <p:cNvGrpSpPr/>
          <p:nvPr userDrawn="1"/>
        </p:nvGrpSpPr>
        <p:grpSpPr bwMode="auto">
          <a:xfrm>
            <a:off x="11134642" y="275439"/>
            <a:ext cx="752829" cy="156360"/>
            <a:chOff x="8002944" y="285750"/>
            <a:chExt cx="737831" cy="153247"/>
          </a:xfrm>
        </p:grpSpPr>
        <p:sp>
          <p:nvSpPr>
            <p:cNvPr id="84" name="StickerRectangle"/>
            <p:cNvSpPr>
              <a:spLocks noChangeArrowheads="1"/>
            </p:cNvSpPr>
            <p:nvPr/>
          </p:nvSpPr>
          <p:spPr bwMode="auto">
            <a:xfrm>
              <a:off x="8002944" y="285750"/>
              <a:ext cx="737831" cy="15324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>
                <a:buClr>
                  <a:schemeClr val="tx2"/>
                </a:buClr>
              </a:pPr>
              <a:r>
                <a:rPr lang="en-US" sz="816" baseline="0">
                  <a:solidFill>
                    <a:srgbClr val="808080"/>
                  </a:solidFill>
                  <a:latin typeface="+mn-lt"/>
                </a:rPr>
                <a:t>PRELIMINARY</a:t>
              </a:r>
            </a:p>
          </p:txBody>
        </p:sp>
        <p:cxnSp>
          <p:nvCxnSpPr>
            <p:cNvPr id="85" name="AutoShape 31"/>
            <p:cNvCxnSpPr>
              <a:cxnSpLocks noChangeShapeType="1"/>
              <a:stCxn id="84" idx="2"/>
              <a:endCxn id="84" idx="4"/>
            </p:cNvCxnSpPr>
            <p:nvPr/>
          </p:nvCxnSpPr>
          <p:spPr bwMode="auto">
            <a:xfrm>
              <a:off x="8002944" y="285750"/>
              <a:ext cx="0" cy="153247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AutoShape 32"/>
            <p:cNvCxnSpPr>
              <a:cxnSpLocks noChangeShapeType="1"/>
              <a:stCxn id="84" idx="4"/>
              <a:endCxn id="84" idx="6"/>
            </p:cNvCxnSpPr>
            <p:nvPr/>
          </p:nvCxnSpPr>
          <p:spPr bwMode="auto">
            <a:xfrm>
              <a:off x="8002944" y="438997"/>
              <a:ext cx="737831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7" name="LegendMoons" hidden="1"/>
          <p:cNvGrpSpPr/>
          <p:nvPr userDrawn="1"/>
        </p:nvGrpSpPr>
        <p:grpSpPr bwMode="auto">
          <a:xfrm>
            <a:off x="11040160" y="275438"/>
            <a:ext cx="857123" cy="1333054"/>
            <a:chOff x="6655594" y="273840"/>
            <a:chExt cx="840048" cy="1306516"/>
          </a:xfrm>
        </p:grpSpPr>
        <p:grpSp>
          <p:nvGrpSpPr>
            <p:cNvPr id="88" name="MoonLegend1"/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6" name="Oval 38"/>
              <p:cNvSpPr>
                <a:spLocks noChangeAspect="1"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  <p:sp>
            <p:nvSpPr>
              <p:cNvPr id="107" name="Arc 39"/>
              <p:cNvSpPr>
                <a:spLocks noChangeAspect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</p:grpSp>
        <p:grpSp>
          <p:nvGrpSpPr>
            <p:cNvPr id="89" name="MoonLegend2"/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4" name="Oval 41"/>
              <p:cNvSpPr>
                <a:spLocks noChangeAspect="1"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  <p:sp>
            <p:nvSpPr>
              <p:cNvPr id="105" name="Arc 42"/>
              <p:cNvSpPr>
                <a:spLocks noChangeAspect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</p:grpSp>
        <p:grpSp>
          <p:nvGrpSpPr>
            <p:cNvPr id="90" name="MoonLegend4"/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102" name="Oval 47"/>
              <p:cNvSpPr>
                <a:spLocks noChangeAspect="1"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  <p:sp>
            <p:nvSpPr>
              <p:cNvPr id="103" name="Arc 48"/>
              <p:cNvSpPr>
                <a:spLocks noChangeAspect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</p:grpSp>
        <p:grpSp>
          <p:nvGrpSpPr>
            <p:cNvPr id="91" name="MoonLegend5"/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100" name="Oval 50"/>
              <p:cNvSpPr>
                <a:spLocks noChangeAspect="1"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  <p:sp>
            <p:nvSpPr>
              <p:cNvPr id="101" name="Oval 51"/>
              <p:cNvSpPr>
                <a:spLocks noChangeAspect="1"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</p:grpSp>
        <p:sp>
          <p:nvSpPr>
            <p:cNvPr id="92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3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4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5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6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grpSp>
          <p:nvGrpSpPr>
            <p:cNvPr id="97" name="MoonLegend3"/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>
                  <a:latin typeface="+mn-lt"/>
                </a:endParaRPr>
              </a:p>
            </p:txBody>
          </p:sp>
        </p:grpSp>
      </p:grpSp>
      <p:pic>
        <p:nvPicPr>
          <p:cNvPr id="112222" name="Picture 606" descr="Image result for al futtaim logo"/>
          <p:cNvPicPr>
            <a:picLocks noChangeAspect="1" noChangeArrowheads="1"/>
          </p:cNvPicPr>
          <p:nvPr userDrawn="1"/>
        </p:nvPicPr>
        <p:blipFill rotWithShape="1">
          <a:blip r:embed="rId7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832375" y="6635214"/>
            <a:ext cx="720428" cy="14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EE7A95B7-EC99-F845-832B-F8006D6E268F}"/>
              </a:ext>
            </a:extLst>
          </p:cNvPr>
          <p:cNvSpPr txBox="1"/>
          <p:nvPr userDrawn="1"/>
        </p:nvSpPr>
        <p:spPr>
          <a:xfrm>
            <a:off x="254244" y="6587861"/>
            <a:ext cx="1104790" cy="217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8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Automotive Division</a:t>
            </a:r>
          </a:p>
        </p:txBody>
      </p:sp>
    </p:spTree>
    <p:extLst>
      <p:ext uri="{BB962C8B-B14F-4D97-AF65-F5344CB8AC3E}">
        <p14:creationId xmlns:p14="http://schemas.microsoft.com/office/powerpoint/2010/main" val="1158827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hdr="0" ftr="0" dt="0"/>
  <p:txStyles>
    <p:titleStyle>
      <a:lvl1pPr algn="l" defTabSz="913526" rtl="0" eaLnBrk="1" fontAlgn="base" hangingPunct="1">
        <a:spcBef>
          <a:spcPct val="0"/>
        </a:spcBef>
        <a:spcAft>
          <a:spcPct val="0"/>
        </a:spcAft>
        <a:tabLst>
          <a:tab pos="275353" algn="l"/>
        </a:tabLst>
        <a:defRPr lang="x-none" sz="1800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2pPr>
      <a:lvl3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3pPr>
      <a:lvl4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4pPr>
      <a:lvl5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5pPr>
      <a:lvl6pPr marL="466481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6pPr>
      <a:lvl7pPr marL="932962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7pPr>
      <a:lvl8pPr marL="1399443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8pPr>
      <a:lvl9pPr marL="1865925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x-none" sz="1632" baseline="0">
          <a:solidFill>
            <a:schemeClr val="tx1"/>
          </a:solidFill>
          <a:latin typeface="+mn-lt"/>
          <a:ea typeface="+mn-ea"/>
          <a:cs typeface="+mn-cs"/>
        </a:defRPr>
      </a:lvl1pPr>
      <a:lvl2pPr marL="197607" indent="-195987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x-none" sz="1632" baseline="0">
          <a:solidFill>
            <a:schemeClr val="tx1"/>
          </a:solidFill>
          <a:latin typeface="+mn-lt"/>
        </a:defRPr>
      </a:lvl2pPr>
      <a:lvl3pPr marL="466481" indent="-267255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x-none" sz="1632" baseline="0">
          <a:solidFill>
            <a:schemeClr val="tx1"/>
          </a:solidFill>
          <a:latin typeface="+mn-lt"/>
        </a:defRPr>
      </a:lvl3pPr>
      <a:lvl4pPr marL="626835" indent="-158733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x-none" sz="1632" baseline="0">
          <a:solidFill>
            <a:schemeClr val="tx1"/>
          </a:solidFill>
          <a:latin typeface="+mn-lt"/>
        </a:defRPr>
      </a:lvl4pPr>
      <a:lvl5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5pPr>
      <a:lvl6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6pPr>
      <a:lvl7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7pPr>
      <a:lvl8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8pPr>
      <a:lvl9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9pPr>
    </p:bodyStyle>
    <p:otherStyle>
      <a:defPPr>
        <a:defRPr lang="x-none"/>
      </a:defPPr>
      <a:lvl1pPr marL="0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481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2962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9443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5925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2406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8887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5368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1849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68">
          <p15:clr>
            <a:srgbClr val="F26B43"/>
          </p15:clr>
        </p15:guide>
        <p15:guide id="2" pos="216">
          <p15:clr>
            <a:srgbClr val="F26B43"/>
          </p15:clr>
        </p15:guide>
        <p15:guide id="3" orient="horz" pos="3936">
          <p15:clr>
            <a:srgbClr val="F26B43"/>
          </p15:clr>
        </p15:guide>
        <p15:guide id="4" pos="74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656" y="2478246"/>
            <a:ext cx="3390390" cy="14070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09" y="2784279"/>
            <a:ext cx="4496862" cy="7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5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7383" y="287383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Community page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7383" y="656715"/>
            <a:ext cx="8934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 the community page you will find Telegram Channel to communicate with community</a:t>
            </a:r>
            <a:r>
              <a:rPr lang="en-US" sz="1200" dirty="0"/>
              <a:t> </a:t>
            </a:r>
            <a:r>
              <a:rPr lang="en-US" sz="1200" dirty="0" smtClean="0"/>
              <a:t>&amp; a Facebook Group with the community.</a:t>
            </a:r>
          </a:p>
          <a:p>
            <a:r>
              <a:rPr lang="en-US" sz="1200" dirty="0" smtClean="0"/>
              <a:t>You will also be able to contact your local coordinator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486" y="2102458"/>
            <a:ext cx="9060129" cy="3488444"/>
          </a:xfrm>
          <a:prstGeom prst="rect">
            <a:avLst/>
          </a:prstGeom>
        </p:spPr>
      </p:pic>
      <p:sp>
        <p:nvSpPr>
          <p:cNvPr id="9" name="Flowchart: Alternate Process 8"/>
          <p:cNvSpPr/>
          <p:nvPr/>
        </p:nvSpPr>
        <p:spPr>
          <a:xfrm>
            <a:off x="2960914" y="2014782"/>
            <a:ext cx="2151018" cy="937424"/>
          </a:xfrm>
          <a:prstGeom prst="flowChartAlternateProcess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255305" y="2293456"/>
            <a:ext cx="489857" cy="568234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7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7383" y="287383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Community page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7383" y="656715"/>
            <a:ext cx="5588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Metrics will show you the indicators. From how many Participants &amp; Facilitators.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531" y="4307179"/>
            <a:ext cx="9654092" cy="21418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155" y="1149309"/>
            <a:ext cx="6766502" cy="294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0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7383" y="28738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Resources</a:t>
            </a:r>
            <a:r>
              <a:rPr lang="en-US" dirty="0" smtClean="0"/>
              <a:t> page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7383" y="656715"/>
            <a:ext cx="5915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 the Resources page you will find material and extra explanations for the workshop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14" y="1026047"/>
            <a:ext cx="10669988" cy="518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5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418011" y="1224553"/>
            <a:ext cx="10193382" cy="3510734"/>
            <a:chOff x="2495005" y="1119746"/>
            <a:chExt cx="6365966" cy="203523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BC7A346-12A0-0E9B-A956-8A22D1F20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8036" r="38714" b="55933"/>
            <a:stretch/>
          </p:blipFill>
          <p:spPr>
            <a:xfrm>
              <a:off x="4637314" y="1119746"/>
              <a:ext cx="2834640" cy="203523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BC7A346-12A0-0E9B-A956-8A22D1F20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8607" b="55933"/>
            <a:stretch/>
          </p:blipFill>
          <p:spPr>
            <a:xfrm>
              <a:off x="7471954" y="1119746"/>
              <a:ext cx="1389017" cy="203523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BC7A346-12A0-0E9B-A956-8A22D1F20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82429" b="55933"/>
            <a:stretch/>
          </p:blipFill>
          <p:spPr>
            <a:xfrm>
              <a:off x="2495005" y="1119746"/>
              <a:ext cx="2142309" cy="2035237"/>
            </a:xfrm>
            <a:prstGeom prst="rect">
              <a:avLst/>
            </a:prstGeom>
          </p:spPr>
        </p:pic>
      </p:grpSp>
      <p:sp>
        <p:nvSpPr>
          <p:cNvPr id="6" name="Flowchart: Alternate Process 5"/>
          <p:cNvSpPr/>
          <p:nvPr/>
        </p:nvSpPr>
        <p:spPr>
          <a:xfrm>
            <a:off x="9013371" y="1165771"/>
            <a:ext cx="1051560" cy="454025"/>
          </a:xfrm>
          <a:prstGeom prst="flowChartAlternateProcess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9294222" y="483326"/>
            <a:ext cx="489857" cy="568234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7383" y="287383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Creating a session - Step 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7383" y="656715"/>
            <a:ext cx="756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Once you're in the home page you will see on the far right a plus sign and it says Create a session, click on it</a:t>
            </a: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672044" y="1638046"/>
            <a:ext cx="8053254" cy="1614606"/>
            <a:chOff x="1763485" y="302866"/>
            <a:chExt cx="5728064" cy="103231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4F8B04C-51FC-881E-0732-4CB2BBEC6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018" r="38553"/>
            <a:stretch/>
          </p:blipFill>
          <p:spPr>
            <a:xfrm>
              <a:off x="4513216" y="302866"/>
              <a:ext cx="2978333" cy="103231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4F8B04C-51FC-881E-0732-4CB2BBEC6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75571"/>
            <a:stretch/>
          </p:blipFill>
          <p:spPr>
            <a:xfrm>
              <a:off x="1763485" y="302866"/>
              <a:ext cx="2978331" cy="1032315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287383" y="287383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Creating a session - Step 2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7383" y="656715"/>
            <a:ext cx="318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Select if the session in the past or upcoming</a:t>
            </a:r>
            <a:endParaRPr lang="en-US" sz="1200" dirty="0"/>
          </a:p>
        </p:txBody>
      </p:sp>
      <p:sp>
        <p:nvSpPr>
          <p:cNvPr id="7" name="Flowchart: Alternate Process 6"/>
          <p:cNvSpPr/>
          <p:nvPr/>
        </p:nvSpPr>
        <p:spPr>
          <a:xfrm>
            <a:off x="6002382" y="1884228"/>
            <a:ext cx="3442063" cy="885097"/>
          </a:xfrm>
          <a:prstGeom prst="flowChartAlternateProcess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Down Arrow 7"/>
          <p:cNvSpPr/>
          <p:nvPr/>
        </p:nvSpPr>
        <p:spPr>
          <a:xfrm rot="10800000">
            <a:off x="6698728" y="2926082"/>
            <a:ext cx="489857" cy="568234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 rot="10800000">
            <a:off x="8349341" y="2930600"/>
            <a:ext cx="489857" cy="568234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5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7383" y="287383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Creating a session - Step 3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7384" y="656715"/>
            <a:ext cx="664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Now adding the details of the session.</a:t>
            </a:r>
            <a:r>
              <a:rPr lang="en-US" sz="1200" b="1" dirty="0" smtClean="0">
                <a:solidFill>
                  <a:srgbClr val="FF0000"/>
                </a:solidFill>
              </a:rPr>
              <a:t> * </a:t>
            </a:r>
            <a:r>
              <a:rPr lang="en-US" sz="1200" dirty="0" smtClean="0"/>
              <a:t>Required means that you </a:t>
            </a:r>
            <a:r>
              <a:rPr lang="en-US" sz="1200" dirty="0" smtClean="0"/>
              <a:t>have to </a:t>
            </a:r>
            <a:r>
              <a:rPr lang="en-US" sz="1200" dirty="0" smtClean="0"/>
              <a:t>insert a text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00592" y="1197350"/>
            <a:ext cx="6640288" cy="5025528"/>
            <a:chOff x="5307872" y="1064624"/>
            <a:chExt cx="6884128" cy="5294127"/>
          </a:xfrm>
        </p:grpSpPr>
        <p:grpSp>
          <p:nvGrpSpPr>
            <p:cNvPr id="4" name="Group 3"/>
            <p:cNvGrpSpPr/>
            <p:nvPr/>
          </p:nvGrpSpPr>
          <p:grpSpPr>
            <a:xfrm>
              <a:off x="5307872" y="1064624"/>
              <a:ext cx="6884128" cy="5225142"/>
              <a:chOff x="2272937" y="1238026"/>
              <a:chExt cx="5564776" cy="438194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9948635B-CDB2-25FC-E170-3A05FD6F5D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36107" r="35714"/>
              <a:stretch/>
            </p:blipFill>
            <p:spPr>
              <a:xfrm>
                <a:off x="4402182" y="1238026"/>
                <a:ext cx="3435531" cy="4381948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948635B-CDB2-25FC-E170-3A05FD6F5D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80018"/>
              <a:stretch/>
            </p:blipFill>
            <p:spPr>
              <a:xfrm>
                <a:off x="2272937" y="1238026"/>
                <a:ext cx="2436223" cy="4381948"/>
              </a:xfrm>
              <a:prstGeom prst="rect">
                <a:avLst/>
              </a:prstGeom>
            </p:spPr>
          </p:pic>
        </p:grpSp>
        <p:sp>
          <p:nvSpPr>
            <p:cNvPr id="7" name="Down Arrow 6"/>
            <p:cNvSpPr/>
            <p:nvPr/>
          </p:nvSpPr>
          <p:spPr>
            <a:xfrm rot="16200000">
              <a:off x="8178262" y="1586871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3" name="Down Arrow 12"/>
            <p:cNvSpPr/>
            <p:nvPr/>
          </p:nvSpPr>
          <p:spPr>
            <a:xfrm rot="16200000">
              <a:off x="8178262" y="2738578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4" name="Down Arrow 13"/>
            <p:cNvSpPr/>
            <p:nvPr/>
          </p:nvSpPr>
          <p:spPr>
            <a:xfrm rot="16200000">
              <a:off x="8178262" y="3153744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5" name="Down Arrow 14"/>
            <p:cNvSpPr/>
            <p:nvPr/>
          </p:nvSpPr>
          <p:spPr>
            <a:xfrm rot="16200000">
              <a:off x="8178262" y="3881580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6" name="Down Arrow 15"/>
            <p:cNvSpPr/>
            <p:nvPr/>
          </p:nvSpPr>
          <p:spPr>
            <a:xfrm rot="16200000">
              <a:off x="8178262" y="4783646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7" name="Down Arrow 16"/>
            <p:cNvSpPr/>
            <p:nvPr/>
          </p:nvSpPr>
          <p:spPr>
            <a:xfrm rot="16200000">
              <a:off x="8176315" y="5612408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8" name="Down Arrow 17"/>
            <p:cNvSpPr/>
            <p:nvPr/>
          </p:nvSpPr>
          <p:spPr>
            <a:xfrm rot="16200000">
              <a:off x="8176315" y="6041571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9" name="Down Arrow 18"/>
            <p:cNvSpPr/>
            <p:nvPr/>
          </p:nvSpPr>
          <p:spPr>
            <a:xfrm rot="16200000">
              <a:off x="10148707" y="6007079"/>
              <a:ext cx="286874" cy="347486"/>
            </a:xfrm>
            <a:prstGeom prst="downArrow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  <p:sp>
        <p:nvSpPr>
          <p:cNvPr id="23" name="Down Arrow 22"/>
          <p:cNvSpPr/>
          <p:nvPr/>
        </p:nvSpPr>
        <p:spPr>
          <a:xfrm rot="16200000">
            <a:off x="3169631" y="4290568"/>
            <a:ext cx="272319" cy="335178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24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1C664E-EB81-5ABB-13B5-E6DDDF0A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423" y="1175657"/>
            <a:ext cx="5601284" cy="5368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384" y="656715"/>
            <a:ext cx="664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Once you complete your Train the Trainer you will be in the White Belt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383" y="287383"/>
            <a:ext cx="302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Your Journey as a facilitator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 rot="16200000">
            <a:off x="3311125" y="5503639"/>
            <a:ext cx="272319" cy="335178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  <p:sp>
        <p:nvSpPr>
          <p:cNvPr id="8" name="Flowchart: Alternate Process 7"/>
          <p:cNvSpPr/>
          <p:nvPr/>
        </p:nvSpPr>
        <p:spPr>
          <a:xfrm>
            <a:off x="3050176" y="5442857"/>
            <a:ext cx="3132910" cy="853525"/>
          </a:xfrm>
          <a:prstGeom prst="flowChartAlternateProcess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69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7384" y="656715"/>
            <a:ext cx="664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Complete one workshop and you will become Yellow belt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383" y="287383"/>
            <a:ext cx="302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Your Journey as a facilitator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B03BF3-8874-78C7-FD6A-641DA9DF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183" y="1199607"/>
            <a:ext cx="5114894" cy="5085023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 rot="16200000">
            <a:off x="3301550" y="5002414"/>
            <a:ext cx="272319" cy="335178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Flowchart: Alternate Process 7"/>
          <p:cNvSpPr/>
          <p:nvPr/>
        </p:nvSpPr>
        <p:spPr>
          <a:xfrm>
            <a:off x="3154679" y="4952552"/>
            <a:ext cx="3132910" cy="873482"/>
          </a:xfrm>
          <a:prstGeom prst="flowChartAlternateProcess">
            <a:avLst/>
          </a:prstGeom>
          <a:noFill/>
          <a:ln w="38100">
            <a:solidFill>
              <a:srgbClr val="FFCD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8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B8FD8F-1855-8EF6-82E5-76702ABD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054" y="1180014"/>
            <a:ext cx="5082238" cy="51865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384" y="656715"/>
            <a:ext cx="664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Complete ten workshop and you will become Orange belt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383" y="287383"/>
            <a:ext cx="302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Your Journey as a facilitator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 rot="16200000">
            <a:off x="3322484" y="4467635"/>
            <a:ext cx="272319" cy="335178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Flowchart: Alternate Process 7"/>
          <p:cNvSpPr/>
          <p:nvPr/>
        </p:nvSpPr>
        <p:spPr>
          <a:xfrm>
            <a:off x="3145968" y="4432664"/>
            <a:ext cx="2401392" cy="879566"/>
          </a:xfrm>
          <a:prstGeom prst="flowChartAlternateProcess">
            <a:avLst/>
          </a:prstGeom>
          <a:noFill/>
          <a:ln w="38100">
            <a:solidFill>
              <a:srgbClr val="F6A4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6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BDEAA1-8DBB-2D34-1E45-2EB6854862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513"/>
          <a:stretch/>
        </p:blipFill>
        <p:spPr>
          <a:xfrm>
            <a:off x="3310647" y="1219200"/>
            <a:ext cx="4434010" cy="51890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384" y="656715"/>
            <a:ext cx="73805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Complete assessment as a trainer candidate + facilitate 15 workshops, observed by a green belt, interview with a green belt, observed a facilitators training, learning the training materials a green belt needs, and you run a training observed by a blue belt and you will become Green belt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383" y="287383"/>
            <a:ext cx="302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Your Journey as a facilitator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 rot="16200000">
            <a:off x="3308030" y="3637438"/>
            <a:ext cx="272319" cy="335178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Flowchart: Alternate Process 7"/>
          <p:cNvSpPr/>
          <p:nvPr/>
        </p:nvSpPr>
        <p:spPr>
          <a:xfrm>
            <a:off x="2934789" y="3579223"/>
            <a:ext cx="4397782" cy="2829053"/>
          </a:xfrm>
          <a:prstGeom prst="flowChartAlternateProcess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9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15AF1E-8CFC-2FA2-0EB0-CD5EDBC384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666"/>
          <a:stretch/>
        </p:blipFill>
        <p:spPr>
          <a:xfrm>
            <a:off x="3327345" y="1516236"/>
            <a:ext cx="4912006" cy="4892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384" y="656715"/>
            <a:ext cx="73805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Complete assessment as an instructor and run 20 facilitator’s trainings, watch the blue belt teach about the training materials, co-evaluate someone first facilitator training alongside a blue belt, have two interviews with a blue belt and you will become Blue belt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383" y="287383"/>
            <a:ext cx="302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Your Journey as a facilitator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 rot="16200000">
            <a:off x="3315752" y="3710761"/>
            <a:ext cx="272319" cy="335178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Flowchart: Alternate Process 7"/>
          <p:cNvSpPr/>
          <p:nvPr/>
        </p:nvSpPr>
        <p:spPr>
          <a:xfrm>
            <a:off x="2786846" y="3629188"/>
            <a:ext cx="4802674" cy="2779088"/>
          </a:xfrm>
          <a:prstGeom prst="flowChartAlternate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54" y="5729008"/>
            <a:ext cx="1636790" cy="6792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961" y="5914405"/>
            <a:ext cx="1744980" cy="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81_Al Futtaim_CF_DE1410">
  <a:themeElements>
    <a:clrScheme name="Current">
      <a:dk1>
        <a:srgbClr val="000000"/>
      </a:dk1>
      <a:lt1>
        <a:srgbClr val="FFFFFF"/>
      </a:lt1>
      <a:dk2>
        <a:srgbClr val="005BAA"/>
      </a:dk2>
      <a:lt2>
        <a:srgbClr val="FFFFFF"/>
      </a:lt2>
      <a:accent1>
        <a:srgbClr val="E6E6E6"/>
      </a:accent1>
      <a:accent2>
        <a:srgbClr val="00AEE5"/>
      </a:accent2>
      <a:accent3>
        <a:srgbClr val="005BAA"/>
      </a:accent3>
      <a:accent4>
        <a:srgbClr val="152A38"/>
      </a:accent4>
      <a:accent5>
        <a:srgbClr val="238077"/>
      </a:accent5>
      <a:accent6>
        <a:srgbClr val="808080"/>
      </a:accent6>
      <a:hlink>
        <a:srgbClr val="005BAA"/>
      </a:hlink>
      <a:folHlink>
        <a:srgbClr val="152A38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5BAA"/>
        </a:dk2>
        <a:lt2>
          <a:srgbClr val="FFFFFF"/>
        </a:lt2>
        <a:accent1>
          <a:srgbClr val="E6E6E6"/>
        </a:accent1>
        <a:accent2>
          <a:srgbClr val="00AEE5"/>
        </a:accent2>
        <a:accent3>
          <a:srgbClr val="005BAA"/>
        </a:accent3>
        <a:accent4>
          <a:srgbClr val="152A38"/>
        </a:accent4>
        <a:accent5>
          <a:srgbClr val="238077"/>
        </a:accent5>
        <a:accent6>
          <a:srgbClr val="808080"/>
        </a:accent6>
        <a:hlink>
          <a:srgbClr val="005BAA"/>
        </a:hlink>
        <a:folHlink>
          <a:srgbClr val="152A3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l Futtaim_CF_DE1410_V1.potx" id="{764BBF8C-2801-46F6-B1CE-8119CDDC516A}" vid="{6041AC46-AD46-4216-A071-A5821F89D8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4957</TotalTime>
  <Words>294</Words>
  <Application>Microsoft Office PowerPoint</Application>
  <PresentationFormat>Widescreen</PresentationFormat>
  <Paragraphs>27</Paragraphs>
  <Slides>12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DIN Pro</vt:lpstr>
      <vt:lpstr>Dubai</vt:lpstr>
      <vt:lpstr>Nobel-Book</vt:lpstr>
      <vt:lpstr>Nobel-Regular</vt:lpstr>
      <vt:lpstr>Wingdings</vt:lpstr>
      <vt:lpstr>81_Al Futtaim_CF_DE1410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Alfuttaim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Nasir Almulla</dc:creator>
  <cp:lastModifiedBy>Nasir Almulla</cp:lastModifiedBy>
  <cp:revision>17</cp:revision>
  <dcterms:created xsi:type="dcterms:W3CDTF">2023-10-27T06:32:00Z</dcterms:created>
  <dcterms:modified xsi:type="dcterms:W3CDTF">2023-11-02T12:36:10Z</dcterms:modified>
</cp:coreProperties>
</file>