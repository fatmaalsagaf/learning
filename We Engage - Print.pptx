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1" r:id="rId3"/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EFFD"/>
    <a:srgbClr val="D0DF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9B155CB-59EC-45DE-A218-C87FBF41BE9A}" v="48" dt="2023-07-25T13:28:43.58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91" y="2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tma Alsagaf" userId="ef587b5e-378a-4bb3-aa9f-3c15b98138a4" providerId="ADAL" clId="{49B155CB-59EC-45DE-A218-C87FBF41BE9A}"/>
    <pc:docChg chg="undo redo custSel addSld modSld">
      <pc:chgData name="Fatma Alsagaf" userId="ef587b5e-378a-4bb3-aa9f-3c15b98138a4" providerId="ADAL" clId="{49B155CB-59EC-45DE-A218-C87FBF41BE9A}" dt="2023-07-25T13:42:31.606" v="204" actId="962"/>
      <pc:docMkLst>
        <pc:docMk/>
      </pc:docMkLst>
      <pc:sldChg chg="addSp delSp modSp mod">
        <pc:chgData name="Fatma Alsagaf" userId="ef587b5e-378a-4bb3-aa9f-3c15b98138a4" providerId="ADAL" clId="{49B155CB-59EC-45DE-A218-C87FBF41BE9A}" dt="2023-07-25T13:31:13.996" v="197" actId="1076"/>
        <pc:sldMkLst>
          <pc:docMk/>
          <pc:sldMk cId="2453448827" sldId="256"/>
        </pc:sldMkLst>
        <pc:grpChg chg="del mod">
          <ac:chgData name="Fatma Alsagaf" userId="ef587b5e-378a-4bb3-aa9f-3c15b98138a4" providerId="ADAL" clId="{49B155CB-59EC-45DE-A218-C87FBF41BE9A}" dt="2023-07-25T12:44:43.485" v="40" actId="165"/>
          <ac:grpSpMkLst>
            <pc:docMk/>
            <pc:sldMk cId="2453448827" sldId="256"/>
            <ac:grpSpMk id="15" creationId="{8785807B-AD05-61B8-04D0-C67C45F0011F}"/>
          </ac:grpSpMkLst>
        </pc:grpChg>
        <pc:grpChg chg="del mod">
          <ac:chgData name="Fatma Alsagaf" userId="ef587b5e-378a-4bb3-aa9f-3c15b98138a4" providerId="ADAL" clId="{49B155CB-59EC-45DE-A218-C87FBF41BE9A}" dt="2023-07-25T12:44:47.320" v="41" actId="165"/>
          <ac:grpSpMkLst>
            <pc:docMk/>
            <pc:sldMk cId="2453448827" sldId="256"/>
            <ac:grpSpMk id="18" creationId="{2B46669A-1C22-F795-C4F1-30AF10366A91}"/>
          </ac:grpSpMkLst>
        </pc:grpChg>
        <pc:grpChg chg="add del mod">
          <ac:chgData name="Fatma Alsagaf" userId="ef587b5e-378a-4bb3-aa9f-3c15b98138a4" providerId="ADAL" clId="{49B155CB-59EC-45DE-A218-C87FBF41BE9A}" dt="2023-07-25T12:43:02.150" v="11" actId="164"/>
          <ac:grpSpMkLst>
            <pc:docMk/>
            <pc:sldMk cId="2453448827" sldId="256"/>
            <ac:grpSpMk id="22" creationId="{959FA250-7F7A-C18E-A401-1C9D87DF9C11}"/>
          </ac:grpSpMkLst>
        </pc:grpChg>
        <pc:grpChg chg="add mod">
          <ac:chgData name="Fatma Alsagaf" userId="ef587b5e-378a-4bb3-aa9f-3c15b98138a4" providerId="ADAL" clId="{49B155CB-59EC-45DE-A218-C87FBF41BE9A}" dt="2023-07-25T12:44:33.070" v="37" actId="571"/>
          <ac:grpSpMkLst>
            <pc:docMk/>
            <pc:sldMk cId="2453448827" sldId="256"/>
            <ac:grpSpMk id="23" creationId="{28255616-4275-932D-291F-053AC1ACDFE0}"/>
          </ac:grpSpMkLst>
        </pc:grpChg>
        <pc:grpChg chg="add mod">
          <ac:chgData name="Fatma Alsagaf" userId="ef587b5e-378a-4bb3-aa9f-3c15b98138a4" providerId="ADAL" clId="{49B155CB-59EC-45DE-A218-C87FBF41BE9A}" dt="2023-07-25T12:44:33.070" v="37" actId="571"/>
          <ac:grpSpMkLst>
            <pc:docMk/>
            <pc:sldMk cId="2453448827" sldId="256"/>
            <ac:grpSpMk id="27" creationId="{79675C1A-F8CE-9282-2278-97F1D9AC1FC0}"/>
          </ac:grpSpMkLst>
        </pc:grpChg>
        <pc:picChg chg="mod topLvl">
          <ac:chgData name="Fatma Alsagaf" userId="ef587b5e-378a-4bb3-aa9f-3c15b98138a4" providerId="ADAL" clId="{49B155CB-59EC-45DE-A218-C87FBF41BE9A}" dt="2023-07-25T13:31:13.996" v="197" actId="1076"/>
          <ac:picMkLst>
            <pc:docMk/>
            <pc:sldMk cId="2453448827" sldId="256"/>
            <ac:picMk id="9" creationId="{E0F486D8-A093-0CB8-F6B5-1F14F4A64375}"/>
          </ac:picMkLst>
        </pc:picChg>
        <pc:picChg chg="mod topLvl">
          <ac:chgData name="Fatma Alsagaf" userId="ef587b5e-378a-4bb3-aa9f-3c15b98138a4" providerId="ADAL" clId="{49B155CB-59EC-45DE-A218-C87FBF41BE9A}" dt="2023-07-25T13:31:11.619" v="196" actId="1076"/>
          <ac:picMkLst>
            <pc:docMk/>
            <pc:sldMk cId="2453448827" sldId="256"/>
            <ac:picMk id="11" creationId="{F62898C7-65C4-C92F-6BB5-672789229596}"/>
          </ac:picMkLst>
        </pc:picChg>
        <pc:picChg chg="mod topLvl">
          <ac:chgData name="Fatma Alsagaf" userId="ef587b5e-378a-4bb3-aa9f-3c15b98138a4" providerId="ADAL" clId="{49B155CB-59EC-45DE-A218-C87FBF41BE9A}" dt="2023-07-25T12:44:43.485" v="40" actId="165"/>
          <ac:picMkLst>
            <pc:docMk/>
            <pc:sldMk cId="2453448827" sldId="256"/>
            <ac:picMk id="13" creationId="{2A9FB0D6-F550-7A2F-E133-6A2B6ACA5C56}"/>
          </ac:picMkLst>
        </pc:picChg>
        <pc:picChg chg="mod topLvl">
          <ac:chgData name="Fatma Alsagaf" userId="ef587b5e-378a-4bb3-aa9f-3c15b98138a4" providerId="ADAL" clId="{49B155CB-59EC-45DE-A218-C87FBF41BE9A}" dt="2023-07-25T12:44:43.485" v="40" actId="165"/>
          <ac:picMkLst>
            <pc:docMk/>
            <pc:sldMk cId="2453448827" sldId="256"/>
            <ac:picMk id="14" creationId="{8A8F6D98-AA12-8D11-0A73-2E91337A1873}"/>
          </ac:picMkLst>
        </pc:picChg>
        <pc:picChg chg="mod topLvl">
          <ac:chgData name="Fatma Alsagaf" userId="ef587b5e-378a-4bb3-aa9f-3c15b98138a4" providerId="ADAL" clId="{49B155CB-59EC-45DE-A218-C87FBF41BE9A}" dt="2023-07-25T12:44:47.320" v="41" actId="165"/>
          <ac:picMkLst>
            <pc:docMk/>
            <pc:sldMk cId="2453448827" sldId="256"/>
            <ac:picMk id="16" creationId="{C2EED0EC-53A9-B502-3696-DBC67B66B69A}"/>
          </ac:picMkLst>
        </pc:picChg>
        <pc:picChg chg="mod topLvl">
          <ac:chgData name="Fatma Alsagaf" userId="ef587b5e-378a-4bb3-aa9f-3c15b98138a4" providerId="ADAL" clId="{49B155CB-59EC-45DE-A218-C87FBF41BE9A}" dt="2023-07-25T12:44:47.320" v="41" actId="165"/>
          <ac:picMkLst>
            <pc:docMk/>
            <pc:sldMk cId="2453448827" sldId="256"/>
            <ac:picMk id="17" creationId="{0F453067-E693-31DA-366E-2AA2EBD2DFCD}"/>
          </ac:picMkLst>
        </pc:picChg>
        <pc:picChg chg="del mod">
          <ac:chgData name="Fatma Alsagaf" userId="ef587b5e-378a-4bb3-aa9f-3c15b98138a4" providerId="ADAL" clId="{49B155CB-59EC-45DE-A218-C87FBF41BE9A}" dt="2023-07-25T12:43:05.307" v="26"/>
          <ac:picMkLst>
            <pc:docMk/>
            <pc:sldMk cId="2453448827" sldId="256"/>
            <ac:picMk id="19" creationId="{BF818821-0CC8-4565-E3D0-F03E3DE29CE2}"/>
          </ac:picMkLst>
        </pc:picChg>
        <pc:picChg chg="del mod">
          <ac:chgData name="Fatma Alsagaf" userId="ef587b5e-378a-4bb3-aa9f-3c15b98138a4" providerId="ADAL" clId="{49B155CB-59EC-45DE-A218-C87FBF41BE9A}" dt="2023-07-25T12:43:04.662" v="23"/>
          <ac:picMkLst>
            <pc:docMk/>
            <pc:sldMk cId="2453448827" sldId="256"/>
            <ac:picMk id="20" creationId="{7846785E-13EB-A083-29FD-7D3D1207EBC3}"/>
          </ac:picMkLst>
        </pc:picChg>
        <pc:picChg chg="del mod">
          <ac:chgData name="Fatma Alsagaf" userId="ef587b5e-378a-4bb3-aa9f-3c15b98138a4" providerId="ADAL" clId="{49B155CB-59EC-45DE-A218-C87FBF41BE9A}" dt="2023-07-25T12:43:04.662" v="23"/>
          <ac:picMkLst>
            <pc:docMk/>
            <pc:sldMk cId="2453448827" sldId="256"/>
            <ac:picMk id="21" creationId="{460A7219-BD7C-DCCC-8304-B6101E1408A7}"/>
          </ac:picMkLst>
        </pc:picChg>
        <pc:picChg chg="mod">
          <ac:chgData name="Fatma Alsagaf" userId="ef587b5e-378a-4bb3-aa9f-3c15b98138a4" providerId="ADAL" clId="{49B155CB-59EC-45DE-A218-C87FBF41BE9A}" dt="2023-07-25T12:44:33.070" v="37" actId="571"/>
          <ac:picMkLst>
            <pc:docMk/>
            <pc:sldMk cId="2453448827" sldId="256"/>
            <ac:picMk id="24" creationId="{D4D95BB7-4C78-18F3-C6A7-1AEC112674DF}"/>
          </ac:picMkLst>
        </pc:picChg>
        <pc:picChg chg="mod">
          <ac:chgData name="Fatma Alsagaf" userId="ef587b5e-378a-4bb3-aa9f-3c15b98138a4" providerId="ADAL" clId="{49B155CB-59EC-45DE-A218-C87FBF41BE9A}" dt="2023-07-25T12:44:33.070" v="37" actId="571"/>
          <ac:picMkLst>
            <pc:docMk/>
            <pc:sldMk cId="2453448827" sldId="256"/>
            <ac:picMk id="25" creationId="{79DFACA4-E132-2C2B-8AED-75D3A5579160}"/>
          </ac:picMkLst>
        </pc:picChg>
        <pc:picChg chg="mod">
          <ac:chgData name="Fatma Alsagaf" userId="ef587b5e-378a-4bb3-aa9f-3c15b98138a4" providerId="ADAL" clId="{49B155CB-59EC-45DE-A218-C87FBF41BE9A}" dt="2023-07-25T12:44:33.070" v="37" actId="571"/>
          <ac:picMkLst>
            <pc:docMk/>
            <pc:sldMk cId="2453448827" sldId="256"/>
            <ac:picMk id="26" creationId="{ECE799FD-5FCD-0FB6-0C9E-1F1C1A82A8A6}"/>
          </ac:picMkLst>
        </pc:picChg>
        <pc:picChg chg="mod">
          <ac:chgData name="Fatma Alsagaf" userId="ef587b5e-378a-4bb3-aa9f-3c15b98138a4" providerId="ADAL" clId="{49B155CB-59EC-45DE-A218-C87FBF41BE9A}" dt="2023-07-25T12:44:33.070" v="37" actId="571"/>
          <ac:picMkLst>
            <pc:docMk/>
            <pc:sldMk cId="2453448827" sldId="256"/>
            <ac:picMk id="28" creationId="{EF3BB0FB-1F42-7C36-E2A4-6522C14959D1}"/>
          </ac:picMkLst>
        </pc:picChg>
        <pc:picChg chg="mod">
          <ac:chgData name="Fatma Alsagaf" userId="ef587b5e-378a-4bb3-aa9f-3c15b98138a4" providerId="ADAL" clId="{49B155CB-59EC-45DE-A218-C87FBF41BE9A}" dt="2023-07-25T12:44:33.070" v="37" actId="571"/>
          <ac:picMkLst>
            <pc:docMk/>
            <pc:sldMk cId="2453448827" sldId="256"/>
            <ac:picMk id="29" creationId="{8021720F-645C-1EBA-7D7E-E2C5AF036D02}"/>
          </ac:picMkLst>
        </pc:picChg>
        <pc:picChg chg="mod">
          <ac:chgData name="Fatma Alsagaf" userId="ef587b5e-378a-4bb3-aa9f-3c15b98138a4" providerId="ADAL" clId="{49B155CB-59EC-45DE-A218-C87FBF41BE9A}" dt="2023-07-25T12:44:33.070" v="37" actId="571"/>
          <ac:picMkLst>
            <pc:docMk/>
            <pc:sldMk cId="2453448827" sldId="256"/>
            <ac:picMk id="30" creationId="{F0DCB273-4207-EFBC-0A6C-0047CFB86C11}"/>
          </ac:picMkLst>
        </pc:picChg>
      </pc:sldChg>
      <pc:sldChg chg="addSp delSp modSp mod">
        <pc:chgData name="Fatma Alsagaf" userId="ef587b5e-378a-4bb3-aa9f-3c15b98138a4" providerId="ADAL" clId="{49B155CB-59EC-45DE-A218-C87FBF41BE9A}" dt="2023-07-25T12:44:52.862" v="42"/>
        <pc:sldMkLst>
          <pc:docMk/>
          <pc:sldMk cId="3717385684" sldId="257"/>
        </pc:sldMkLst>
        <pc:grpChg chg="add del mod">
          <ac:chgData name="Fatma Alsagaf" userId="ef587b5e-378a-4bb3-aa9f-3c15b98138a4" providerId="ADAL" clId="{49B155CB-59EC-45DE-A218-C87FBF41BE9A}" dt="2023-07-25T12:42:58.996" v="7"/>
          <ac:grpSpMkLst>
            <pc:docMk/>
            <pc:sldMk cId="3717385684" sldId="257"/>
            <ac:grpSpMk id="2" creationId="{0B414776-CA6F-B3A3-70D6-A7F270661536}"/>
          </ac:grpSpMkLst>
        </pc:grpChg>
        <pc:picChg chg="mod">
          <ac:chgData name="Fatma Alsagaf" userId="ef587b5e-378a-4bb3-aa9f-3c15b98138a4" providerId="ADAL" clId="{49B155CB-59EC-45DE-A218-C87FBF41BE9A}" dt="2023-07-25T12:42:55.318" v="6"/>
          <ac:picMkLst>
            <pc:docMk/>
            <pc:sldMk cId="3717385684" sldId="257"/>
            <ac:picMk id="3" creationId="{C4C2A60F-A4FC-2FFB-0937-9BB6B8778A22}"/>
          </ac:picMkLst>
        </pc:picChg>
        <pc:picChg chg="mod">
          <ac:chgData name="Fatma Alsagaf" userId="ef587b5e-378a-4bb3-aa9f-3c15b98138a4" providerId="ADAL" clId="{49B155CB-59EC-45DE-A218-C87FBF41BE9A}" dt="2023-07-25T12:42:55.318" v="6"/>
          <ac:picMkLst>
            <pc:docMk/>
            <pc:sldMk cId="3717385684" sldId="257"/>
            <ac:picMk id="4" creationId="{4275DF5E-6682-4877-4F5B-4AFE4965AA5C}"/>
          </ac:picMkLst>
        </pc:picChg>
        <pc:picChg chg="mod">
          <ac:chgData name="Fatma Alsagaf" userId="ef587b5e-378a-4bb3-aa9f-3c15b98138a4" providerId="ADAL" clId="{49B155CB-59EC-45DE-A218-C87FBF41BE9A}" dt="2023-07-25T12:42:55.318" v="6"/>
          <ac:picMkLst>
            <pc:docMk/>
            <pc:sldMk cId="3717385684" sldId="257"/>
            <ac:picMk id="6" creationId="{E64CE317-1162-FE66-92AD-A30B73A694D0}"/>
          </ac:picMkLst>
        </pc:picChg>
        <pc:picChg chg="add">
          <ac:chgData name="Fatma Alsagaf" userId="ef587b5e-378a-4bb3-aa9f-3c15b98138a4" providerId="ADAL" clId="{49B155CB-59EC-45DE-A218-C87FBF41BE9A}" dt="2023-07-25T12:43:05.691" v="27" actId="21"/>
          <ac:picMkLst>
            <pc:docMk/>
            <pc:sldMk cId="3717385684" sldId="257"/>
            <ac:picMk id="7" creationId="{07B626D0-7072-5CC7-7A54-A9FECFA269AC}"/>
          </ac:picMkLst>
        </pc:picChg>
        <pc:picChg chg="add mod">
          <ac:chgData name="Fatma Alsagaf" userId="ef587b5e-378a-4bb3-aa9f-3c15b98138a4" providerId="ADAL" clId="{49B155CB-59EC-45DE-A218-C87FBF41BE9A}" dt="2023-07-25T12:44:52.862" v="42"/>
          <ac:picMkLst>
            <pc:docMk/>
            <pc:sldMk cId="3717385684" sldId="257"/>
            <ac:picMk id="8" creationId="{B3348BE5-EEC3-E74F-A1BD-7EF21E8994C8}"/>
          </ac:picMkLst>
        </pc:picChg>
        <pc:picChg chg="add mod">
          <ac:chgData name="Fatma Alsagaf" userId="ef587b5e-378a-4bb3-aa9f-3c15b98138a4" providerId="ADAL" clId="{49B155CB-59EC-45DE-A218-C87FBF41BE9A}" dt="2023-07-25T12:44:52.862" v="42"/>
          <ac:picMkLst>
            <pc:docMk/>
            <pc:sldMk cId="3717385684" sldId="257"/>
            <ac:picMk id="10" creationId="{694353DC-43EF-A8C0-2F96-E3707C8F3A56}"/>
          </ac:picMkLst>
        </pc:picChg>
        <pc:picChg chg="add mod">
          <ac:chgData name="Fatma Alsagaf" userId="ef587b5e-378a-4bb3-aa9f-3c15b98138a4" providerId="ADAL" clId="{49B155CB-59EC-45DE-A218-C87FBF41BE9A}" dt="2023-07-25T12:44:52.862" v="42"/>
          <ac:picMkLst>
            <pc:docMk/>
            <pc:sldMk cId="3717385684" sldId="257"/>
            <ac:picMk id="12" creationId="{48074628-20F2-BBC7-531B-22C79A2A3212}"/>
          </ac:picMkLst>
        </pc:picChg>
        <pc:picChg chg="add mod">
          <ac:chgData name="Fatma Alsagaf" userId="ef587b5e-378a-4bb3-aa9f-3c15b98138a4" providerId="ADAL" clId="{49B155CB-59EC-45DE-A218-C87FBF41BE9A}" dt="2023-07-25T12:44:52.862" v="42"/>
          <ac:picMkLst>
            <pc:docMk/>
            <pc:sldMk cId="3717385684" sldId="257"/>
            <ac:picMk id="13" creationId="{07A1E16A-98A9-C01F-CC9C-881C560A9AAB}"/>
          </ac:picMkLst>
        </pc:picChg>
      </pc:sldChg>
      <pc:sldChg chg="addSp modSp">
        <pc:chgData name="Fatma Alsagaf" userId="ef587b5e-378a-4bb3-aa9f-3c15b98138a4" providerId="ADAL" clId="{49B155CB-59EC-45DE-A218-C87FBF41BE9A}" dt="2023-07-25T12:44:59.967" v="43"/>
        <pc:sldMkLst>
          <pc:docMk/>
          <pc:sldMk cId="3837685127" sldId="258"/>
        </pc:sldMkLst>
        <pc:picChg chg="add mod">
          <ac:chgData name="Fatma Alsagaf" userId="ef587b5e-378a-4bb3-aa9f-3c15b98138a4" providerId="ADAL" clId="{49B155CB-59EC-45DE-A218-C87FBF41BE9A}" dt="2023-07-25T12:44:59.967" v="43"/>
          <ac:picMkLst>
            <pc:docMk/>
            <pc:sldMk cId="3837685127" sldId="258"/>
            <ac:picMk id="8" creationId="{7E631CD7-65A8-42CD-C823-9BC01EBDC8A8}"/>
          </ac:picMkLst>
        </pc:picChg>
        <pc:picChg chg="add mod">
          <ac:chgData name="Fatma Alsagaf" userId="ef587b5e-378a-4bb3-aa9f-3c15b98138a4" providerId="ADAL" clId="{49B155CB-59EC-45DE-A218-C87FBF41BE9A}" dt="2023-07-25T12:44:59.967" v="43"/>
          <ac:picMkLst>
            <pc:docMk/>
            <pc:sldMk cId="3837685127" sldId="258"/>
            <ac:picMk id="9" creationId="{A43B6841-370B-FDBF-A7F3-CCB23AEC5439}"/>
          </ac:picMkLst>
        </pc:picChg>
        <pc:picChg chg="add mod">
          <ac:chgData name="Fatma Alsagaf" userId="ef587b5e-378a-4bb3-aa9f-3c15b98138a4" providerId="ADAL" clId="{49B155CB-59EC-45DE-A218-C87FBF41BE9A}" dt="2023-07-25T12:44:59.967" v="43"/>
          <ac:picMkLst>
            <pc:docMk/>
            <pc:sldMk cId="3837685127" sldId="258"/>
            <ac:picMk id="10" creationId="{3D91D783-4205-8D0D-95A7-3582F5657617}"/>
          </ac:picMkLst>
        </pc:picChg>
        <pc:picChg chg="add mod">
          <ac:chgData name="Fatma Alsagaf" userId="ef587b5e-378a-4bb3-aa9f-3c15b98138a4" providerId="ADAL" clId="{49B155CB-59EC-45DE-A218-C87FBF41BE9A}" dt="2023-07-25T12:44:59.967" v="43"/>
          <ac:picMkLst>
            <pc:docMk/>
            <pc:sldMk cId="3837685127" sldId="258"/>
            <ac:picMk id="11" creationId="{01330857-A11E-E84B-8E82-FB7F4AC1A893}"/>
          </ac:picMkLst>
        </pc:picChg>
      </pc:sldChg>
      <pc:sldChg chg="addSp modSp">
        <pc:chgData name="Fatma Alsagaf" userId="ef587b5e-378a-4bb3-aa9f-3c15b98138a4" providerId="ADAL" clId="{49B155CB-59EC-45DE-A218-C87FBF41BE9A}" dt="2023-07-25T12:45:07.371" v="45"/>
        <pc:sldMkLst>
          <pc:docMk/>
          <pc:sldMk cId="862474151" sldId="259"/>
        </pc:sldMkLst>
        <pc:picChg chg="add mod">
          <ac:chgData name="Fatma Alsagaf" userId="ef587b5e-378a-4bb3-aa9f-3c15b98138a4" providerId="ADAL" clId="{49B155CB-59EC-45DE-A218-C87FBF41BE9A}" dt="2023-07-25T12:45:07.371" v="45"/>
          <ac:picMkLst>
            <pc:docMk/>
            <pc:sldMk cId="862474151" sldId="259"/>
            <ac:picMk id="6" creationId="{942F08E0-C3EA-41E4-649E-D8FD4D02BE70}"/>
          </ac:picMkLst>
        </pc:picChg>
        <pc:picChg chg="add mod">
          <ac:chgData name="Fatma Alsagaf" userId="ef587b5e-378a-4bb3-aa9f-3c15b98138a4" providerId="ADAL" clId="{49B155CB-59EC-45DE-A218-C87FBF41BE9A}" dt="2023-07-25T12:45:07.371" v="45"/>
          <ac:picMkLst>
            <pc:docMk/>
            <pc:sldMk cId="862474151" sldId="259"/>
            <ac:picMk id="7" creationId="{7C53C1AD-6FD6-A7A4-106E-8BF876F74589}"/>
          </ac:picMkLst>
        </pc:picChg>
        <pc:picChg chg="add mod">
          <ac:chgData name="Fatma Alsagaf" userId="ef587b5e-378a-4bb3-aa9f-3c15b98138a4" providerId="ADAL" clId="{49B155CB-59EC-45DE-A218-C87FBF41BE9A}" dt="2023-07-25T12:45:07.371" v="45"/>
          <ac:picMkLst>
            <pc:docMk/>
            <pc:sldMk cId="862474151" sldId="259"/>
            <ac:picMk id="8" creationId="{34FA7120-03B3-FE2C-B513-C7E6E5BD699B}"/>
          </ac:picMkLst>
        </pc:picChg>
        <pc:picChg chg="add mod">
          <ac:chgData name="Fatma Alsagaf" userId="ef587b5e-378a-4bb3-aa9f-3c15b98138a4" providerId="ADAL" clId="{49B155CB-59EC-45DE-A218-C87FBF41BE9A}" dt="2023-07-25T12:45:07.371" v="45"/>
          <ac:picMkLst>
            <pc:docMk/>
            <pc:sldMk cId="862474151" sldId="259"/>
            <ac:picMk id="9" creationId="{B3759C33-FF31-56E3-608E-5920B2214427}"/>
          </ac:picMkLst>
        </pc:picChg>
      </pc:sldChg>
      <pc:sldChg chg="addSp modSp">
        <pc:chgData name="Fatma Alsagaf" userId="ef587b5e-378a-4bb3-aa9f-3c15b98138a4" providerId="ADAL" clId="{49B155CB-59EC-45DE-A218-C87FBF41BE9A}" dt="2023-07-25T12:45:02.484" v="44"/>
        <pc:sldMkLst>
          <pc:docMk/>
          <pc:sldMk cId="249160680" sldId="260"/>
        </pc:sldMkLst>
        <pc:picChg chg="add mod">
          <ac:chgData name="Fatma Alsagaf" userId="ef587b5e-378a-4bb3-aa9f-3c15b98138a4" providerId="ADAL" clId="{49B155CB-59EC-45DE-A218-C87FBF41BE9A}" dt="2023-07-25T12:45:02.484" v="44"/>
          <ac:picMkLst>
            <pc:docMk/>
            <pc:sldMk cId="249160680" sldId="260"/>
            <ac:picMk id="6" creationId="{7CFD864E-0EF2-6D64-A20E-F534362F5280}"/>
          </ac:picMkLst>
        </pc:picChg>
        <pc:picChg chg="add mod">
          <ac:chgData name="Fatma Alsagaf" userId="ef587b5e-378a-4bb3-aa9f-3c15b98138a4" providerId="ADAL" clId="{49B155CB-59EC-45DE-A218-C87FBF41BE9A}" dt="2023-07-25T12:45:02.484" v="44"/>
          <ac:picMkLst>
            <pc:docMk/>
            <pc:sldMk cId="249160680" sldId="260"/>
            <ac:picMk id="7" creationId="{84C37F90-F275-8A5A-877F-EDCFD0C0B5A4}"/>
          </ac:picMkLst>
        </pc:picChg>
        <pc:picChg chg="add mod">
          <ac:chgData name="Fatma Alsagaf" userId="ef587b5e-378a-4bb3-aa9f-3c15b98138a4" providerId="ADAL" clId="{49B155CB-59EC-45DE-A218-C87FBF41BE9A}" dt="2023-07-25T12:45:02.484" v="44"/>
          <ac:picMkLst>
            <pc:docMk/>
            <pc:sldMk cId="249160680" sldId="260"/>
            <ac:picMk id="8" creationId="{CE6451FC-55FC-20E1-DBB0-5021C0FD83B7}"/>
          </ac:picMkLst>
        </pc:picChg>
        <pc:picChg chg="add mod">
          <ac:chgData name="Fatma Alsagaf" userId="ef587b5e-378a-4bb3-aa9f-3c15b98138a4" providerId="ADAL" clId="{49B155CB-59EC-45DE-A218-C87FBF41BE9A}" dt="2023-07-25T12:45:02.484" v="44"/>
          <ac:picMkLst>
            <pc:docMk/>
            <pc:sldMk cId="249160680" sldId="260"/>
            <ac:picMk id="9" creationId="{0EDA7DAB-0E20-A8CE-3062-0557FCF7CDF3}"/>
          </ac:picMkLst>
        </pc:picChg>
      </pc:sldChg>
      <pc:sldChg chg="addSp modSp">
        <pc:chgData name="Fatma Alsagaf" userId="ef587b5e-378a-4bb3-aa9f-3c15b98138a4" providerId="ADAL" clId="{49B155CB-59EC-45DE-A218-C87FBF41BE9A}" dt="2023-07-25T12:45:14.179" v="46"/>
        <pc:sldMkLst>
          <pc:docMk/>
          <pc:sldMk cId="2856635564" sldId="261"/>
        </pc:sldMkLst>
        <pc:picChg chg="add mod">
          <ac:chgData name="Fatma Alsagaf" userId="ef587b5e-378a-4bb3-aa9f-3c15b98138a4" providerId="ADAL" clId="{49B155CB-59EC-45DE-A218-C87FBF41BE9A}" dt="2023-07-25T12:45:14.179" v="46"/>
          <ac:picMkLst>
            <pc:docMk/>
            <pc:sldMk cId="2856635564" sldId="261"/>
            <ac:picMk id="6" creationId="{BF52B0E5-28B6-264F-7C77-C2A98CC4F160}"/>
          </ac:picMkLst>
        </pc:picChg>
        <pc:picChg chg="add mod">
          <ac:chgData name="Fatma Alsagaf" userId="ef587b5e-378a-4bb3-aa9f-3c15b98138a4" providerId="ADAL" clId="{49B155CB-59EC-45DE-A218-C87FBF41BE9A}" dt="2023-07-25T12:45:14.179" v="46"/>
          <ac:picMkLst>
            <pc:docMk/>
            <pc:sldMk cId="2856635564" sldId="261"/>
            <ac:picMk id="7" creationId="{F109EDBD-A00B-B734-49DF-0DFA42019436}"/>
          </ac:picMkLst>
        </pc:picChg>
        <pc:picChg chg="add mod">
          <ac:chgData name="Fatma Alsagaf" userId="ef587b5e-378a-4bb3-aa9f-3c15b98138a4" providerId="ADAL" clId="{49B155CB-59EC-45DE-A218-C87FBF41BE9A}" dt="2023-07-25T12:45:14.179" v="46"/>
          <ac:picMkLst>
            <pc:docMk/>
            <pc:sldMk cId="2856635564" sldId="261"/>
            <ac:picMk id="8" creationId="{26C2F57C-F9F0-77C3-EE5D-B3B496C7D365}"/>
          </ac:picMkLst>
        </pc:picChg>
        <pc:picChg chg="add mod">
          <ac:chgData name="Fatma Alsagaf" userId="ef587b5e-378a-4bb3-aa9f-3c15b98138a4" providerId="ADAL" clId="{49B155CB-59EC-45DE-A218-C87FBF41BE9A}" dt="2023-07-25T12:45:14.179" v="46"/>
          <ac:picMkLst>
            <pc:docMk/>
            <pc:sldMk cId="2856635564" sldId="261"/>
            <ac:picMk id="9" creationId="{F9D1B570-AB41-B42D-183E-B2BC09885E6A}"/>
          </ac:picMkLst>
        </pc:picChg>
      </pc:sldChg>
      <pc:sldChg chg="addSp modSp mod">
        <pc:chgData name="Fatma Alsagaf" userId="ef587b5e-378a-4bb3-aa9f-3c15b98138a4" providerId="ADAL" clId="{49B155CB-59EC-45DE-A218-C87FBF41BE9A}" dt="2023-07-25T12:54:33.793" v="118" actId="14100"/>
        <pc:sldMkLst>
          <pc:docMk/>
          <pc:sldMk cId="4280882913" sldId="262"/>
        </pc:sldMkLst>
        <pc:picChg chg="add mod">
          <ac:chgData name="Fatma Alsagaf" userId="ef587b5e-378a-4bb3-aa9f-3c15b98138a4" providerId="ADAL" clId="{49B155CB-59EC-45DE-A218-C87FBF41BE9A}" dt="2023-07-25T12:54:33.793" v="118" actId="14100"/>
          <ac:picMkLst>
            <pc:docMk/>
            <pc:sldMk cId="4280882913" sldId="262"/>
            <ac:picMk id="6" creationId="{9F191386-44BA-502A-1C8E-D63550FF5D75}"/>
          </ac:picMkLst>
        </pc:picChg>
        <pc:picChg chg="add mod">
          <ac:chgData name="Fatma Alsagaf" userId="ef587b5e-378a-4bb3-aa9f-3c15b98138a4" providerId="ADAL" clId="{49B155CB-59EC-45DE-A218-C87FBF41BE9A}" dt="2023-07-25T12:45:51.967" v="55" actId="14100"/>
          <ac:picMkLst>
            <pc:docMk/>
            <pc:sldMk cId="4280882913" sldId="262"/>
            <ac:picMk id="7" creationId="{9F0B141F-8349-1DD7-6920-5C9156EE4550}"/>
          </ac:picMkLst>
        </pc:picChg>
        <pc:picChg chg="add mod">
          <ac:chgData name="Fatma Alsagaf" userId="ef587b5e-378a-4bb3-aa9f-3c15b98138a4" providerId="ADAL" clId="{49B155CB-59EC-45DE-A218-C87FBF41BE9A}" dt="2023-07-25T12:45:24.456" v="49" actId="14100"/>
          <ac:picMkLst>
            <pc:docMk/>
            <pc:sldMk cId="4280882913" sldId="262"/>
            <ac:picMk id="8" creationId="{B6B1EC19-2E35-0B01-E049-8D1FA9F1462E}"/>
          </ac:picMkLst>
        </pc:picChg>
        <pc:picChg chg="add mod">
          <ac:chgData name="Fatma Alsagaf" userId="ef587b5e-378a-4bb3-aa9f-3c15b98138a4" providerId="ADAL" clId="{49B155CB-59EC-45DE-A218-C87FBF41BE9A}" dt="2023-07-25T12:45:24.456" v="49" actId="14100"/>
          <ac:picMkLst>
            <pc:docMk/>
            <pc:sldMk cId="4280882913" sldId="262"/>
            <ac:picMk id="9" creationId="{44A7308B-539A-4169-13B7-91B7283FDEED}"/>
          </ac:picMkLst>
        </pc:picChg>
      </pc:sldChg>
      <pc:sldChg chg="addSp modSp">
        <pc:chgData name="Fatma Alsagaf" userId="ef587b5e-378a-4bb3-aa9f-3c15b98138a4" providerId="ADAL" clId="{49B155CB-59EC-45DE-A218-C87FBF41BE9A}" dt="2023-07-25T12:45:58.589" v="56"/>
        <pc:sldMkLst>
          <pc:docMk/>
          <pc:sldMk cId="724214815" sldId="263"/>
        </pc:sldMkLst>
        <pc:picChg chg="add mod">
          <ac:chgData name="Fatma Alsagaf" userId="ef587b5e-378a-4bb3-aa9f-3c15b98138a4" providerId="ADAL" clId="{49B155CB-59EC-45DE-A218-C87FBF41BE9A}" dt="2023-07-25T12:45:58.589" v="56"/>
          <ac:picMkLst>
            <pc:docMk/>
            <pc:sldMk cId="724214815" sldId="263"/>
            <ac:picMk id="6" creationId="{4BDE9B20-659D-55CF-2AB0-E6299F129481}"/>
          </ac:picMkLst>
        </pc:picChg>
        <pc:picChg chg="add mod">
          <ac:chgData name="Fatma Alsagaf" userId="ef587b5e-378a-4bb3-aa9f-3c15b98138a4" providerId="ADAL" clId="{49B155CB-59EC-45DE-A218-C87FBF41BE9A}" dt="2023-07-25T12:45:58.589" v="56"/>
          <ac:picMkLst>
            <pc:docMk/>
            <pc:sldMk cId="724214815" sldId="263"/>
            <ac:picMk id="7" creationId="{326A708C-508F-CF0C-BDFA-27377DD2215D}"/>
          </ac:picMkLst>
        </pc:picChg>
        <pc:picChg chg="add mod">
          <ac:chgData name="Fatma Alsagaf" userId="ef587b5e-378a-4bb3-aa9f-3c15b98138a4" providerId="ADAL" clId="{49B155CB-59EC-45DE-A218-C87FBF41BE9A}" dt="2023-07-25T12:45:58.589" v="56"/>
          <ac:picMkLst>
            <pc:docMk/>
            <pc:sldMk cId="724214815" sldId="263"/>
            <ac:picMk id="8" creationId="{D7D18A64-E1EF-1A04-9217-8463F6C99E1A}"/>
          </ac:picMkLst>
        </pc:picChg>
        <pc:picChg chg="add mod">
          <ac:chgData name="Fatma Alsagaf" userId="ef587b5e-378a-4bb3-aa9f-3c15b98138a4" providerId="ADAL" clId="{49B155CB-59EC-45DE-A218-C87FBF41BE9A}" dt="2023-07-25T12:45:58.589" v="56"/>
          <ac:picMkLst>
            <pc:docMk/>
            <pc:sldMk cId="724214815" sldId="263"/>
            <ac:picMk id="9" creationId="{E81FFDA7-E509-FA21-2FFB-3D372D36D892}"/>
          </ac:picMkLst>
        </pc:picChg>
      </pc:sldChg>
      <pc:sldChg chg="addSp modSp">
        <pc:chgData name="Fatma Alsagaf" userId="ef587b5e-378a-4bb3-aa9f-3c15b98138a4" providerId="ADAL" clId="{49B155CB-59EC-45DE-A218-C87FBF41BE9A}" dt="2023-07-25T12:46:01.072" v="57"/>
        <pc:sldMkLst>
          <pc:docMk/>
          <pc:sldMk cId="2663818938" sldId="264"/>
        </pc:sldMkLst>
        <pc:picChg chg="add mod">
          <ac:chgData name="Fatma Alsagaf" userId="ef587b5e-378a-4bb3-aa9f-3c15b98138a4" providerId="ADAL" clId="{49B155CB-59EC-45DE-A218-C87FBF41BE9A}" dt="2023-07-25T12:46:01.072" v="57"/>
          <ac:picMkLst>
            <pc:docMk/>
            <pc:sldMk cId="2663818938" sldId="264"/>
            <ac:picMk id="6" creationId="{C5AE3FA2-406E-B562-679A-2064D994E86A}"/>
          </ac:picMkLst>
        </pc:picChg>
        <pc:picChg chg="add mod">
          <ac:chgData name="Fatma Alsagaf" userId="ef587b5e-378a-4bb3-aa9f-3c15b98138a4" providerId="ADAL" clId="{49B155CB-59EC-45DE-A218-C87FBF41BE9A}" dt="2023-07-25T12:46:01.072" v="57"/>
          <ac:picMkLst>
            <pc:docMk/>
            <pc:sldMk cId="2663818938" sldId="264"/>
            <ac:picMk id="7" creationId="{7FA51AA1-3579-5AA0-1513-B9E819D2997C}"/>
          </ac:picMkLst>
        </pc:picChg>
        <pc:picChg chg="add mod">
          <ac:chgData name="Fatma Alsagaf" userId="ef587b5e-378a-4bb3-aa9f-3c15b98138a4" providerId="ADAL" clId="{49B155CB-59EC-45DE-A218-C87FBF41BE9A}" dt="2023-07-25T12:46:01.072" v="57"/>
          <ac:picMkLst>
            <pc:docMk/>
            <pc:sldMk cId="2663818938" sldId="264"/>
            <ac:picMk id="8" creationId="{26C19E39-3A71-14F4-548A-DAFE33883CD5}"/>
          </ac:picMkLst>
        </pc:picChg>
        <pc:picChg chg="add mod">
          <ac:chgData name="Fatma Alsagaf" userId="ef587b5e-378a-4bb3-aa9f-3c15b98138a4" providerId="ADAL" clId="{49B155CB-59EC-45DE-A218-C87FBF41BE9A}" dt="2023-07-25T12:46:01.072" v="57"/>
          <ac:picMkLst>
            <pc:docMk/>
            <pc:sldMk cId="2663818938" sldId="264"/>
            <ac:picMk id="9" creationId="{F7269C80-6ABB-2839-5507-9930871B5D8C}"/>
          </ac:picMkLst>
        </pc:picChg>
      </pc:sldChg>
      <pc:sldChg chg="addSp delSp modSp">
        <pc:chgData name="Fatma Alsagaf" userId="ef587b5e-378a-4bb3-aa9f-3c15b98138a4" providerId="ADAL" clId="{49B155CB-59EC-45DE-A218-C87FBF41BE9A}" dt="2023-07-25T12:46:06.700" v="60"/>
        <pc:sldMkLst>
          <pc:docMk/>
          <pc:sldMk cId="3720560020" sldId="265"/>
        </pc:sldMkLst>
        <pc:picChg chg="add del mod">
          <ac:chgData name="Fatma Alsagaf" userId="ef587b5e-378a-4bb3-aa9f-3c15b98138a4" providerId="ADAL" clId="{49B155CB-59EC-45DE-A218-C87FBF41BE9A}" dt="2023-07-25T12:46:04.552" v="59"/>
          <ac:picMkLst>
            <pc:docMk/>
            <pc:sldMk cId="3720560020" sldId="265"/>
            <ac:picMk id="10" creationId="{80985CE1-C9E4-9F1F-6B48-542CDAA530CB}"/>
          </ac:picMkLst>
        </pc:picChg>
        <pc:picChg chg="add del mod">
          <ac:chgData name="Fatma Alsagaf" userId="ef587b5e-378a-4bb3-aa9f-3c15b98138a4" providerId="ADAL" clId="{49B155CB-59EC-45DE-A218-C87FBF41BE9A}" dt="2023-07-25T12:46:04.552" v="59"/>
          <ac:picMkLst>
            <pc:docMk/>
            <pc:sldMk cId="3720560020" sldId="265"/>
            <ac:picMk id="11" creationId="{E6B3E8D5-6A72-12A5-D5D0-9D368573A1DA}"/>
          </ac:picMkLst>
        </pc:picChg>
        <pc:picChg chg="add del mod">
          <ac:chgData name="Fatma Alsagaf" userId="ef587b5e-378a-4bb3-aa9f-3c15b98138a4" providerId="ADAL" clId="{49B155CB-59EC-45DE-A218-C87FBF41BE9A}" dt="2023-07-25T12:46:04.552" v="59"/>
          <ac:picMkLst>
            <pc:docMk/>
            <pc:sldMk cId="3720560020" sldId="265"/>
            <ac:picMk id="12" creationId="{1C9E5914-EC22-C6E6-9B89-9B1371B52478}"/>
          </ac:picMkLst>
        </pc:picChg>
        <pc:picChg chg="add del mod">
          <ac:chgData name="Fatma Alsagaf" userId="ef587b5e-378a-4bb3-aa9f-3c15b98138a4" providerId="ADAL" clId="{49B155CB-59EC-45DE-A218-C87FBF41BE9A}" dt="2023-07-25T12:46:04.552" v="59"/>
          <ac:picMkLst>
            <pc:docMk/>
            <pc:sldMk cId="3720560020" sldId="265"/>
            <ac:picMk id="13" creationId="{23D98656-9669-57E5-AA9B-3E4D999DA62A}"/>
          </ac:picMkLst>
        </pc:picChg>
        <pc:picChg chg="add mod">
          <ac:chgData name="Fatma Alsagaf" userId="ef587b5e-378a-4bb3-aa9f-3c15b98138a4" providerId="ADAL" clId="{49B155CB-59EC-45DE-A218-C87FBF41BE9A}" dt="2023-07-25T12:46:06.700" v="60"/>
          <ac:picMkLst>
            <pc:docMk/>
            <pc:sldMk cId="3720560020" sldId="265"/>
            <ac:picMk id="14" creationId="{B084AEE2-12A3-D591-5A2B-5C5D280AC47F}"/>
          </ac:picMkLst>
        </pc:picChg>
        <pc:picChg chg="add mod">
          <ac:chgData name="Fatma Alsagaf" userId="ef587b5e-378a-4bb3-aa9f-3c15b98138a4" providerId="ADAL" clId="{49B155CB-59EC-45DE-A218-C87FBF41BE9A}" dt="2023-07-25T12:46:06.700" v="60"/>
          <ac:picMkLst>
            <pc:docMk/>
            <pc:sldMk cId="3720560020" sldId="265"/>
            <ac:picMk id="15" creationId="{623BDD6A-8225-F9F9-C62D-033D0EEDB401}"/>
          </ac:picMkLst>
        </pc:picChg>
        <pc:picChg chg="add mod">
          <ac:chgData name="Fatma Alsagaf" userId="ef587b5e-378a-4bb3-aa9f-3c15b98138a4" providerId="ADAL" clId="{49B155CB-59EC-45DE-A218-C87FBF41BE9A}" dt="2023-07-25T12:46:06.700" v="60"/>
          <ac:picMkLst>
            <pc:docMk/>
            <pc:sldMk cId="3720560020" sldId="265"/>
            <ac:picMk id="16" creationId="{4529C188-7827-FBF4-AC44-2DBA9F1AC958}"/>
          </ac:picMkLst>
        </pc:picChg>
        <pc:picChg chg="add mod">
          <ac:chgData name="Fatma Alsagaf" userId="ef587b5e-378a-4bb3-aa9f-3c15b98138a4" providerId="ADAL" clId="{49B155CB-59EC-45DE-A218-C87FBF41BE9A}" dt="2023-07-25T12:46:06.700" v="60"/>
          <ac:picMkLst>
            <pc:docMk/>
            <pc:sldMk cId="3720560020" sldId="265"/>
            <ac:picMk id="17" creationId="{D982E55D-A2F3-B696-5BDB-67AC4AB59705}"/>
          </ac:picMkLst>
        </pc:picChg>
      </pc:sldChg>
      <pc:sldChg chg="addSp modSp">
        <pc:chgData name="Fatma Alsagaf" userId="ef587b5e-378a-4bb3-aa9f-3c15b98138a4" providerId="ADAL" clId="{49B155CB-59EC-45DE-A218-C87FBF41BE9A}" dt="2023-07-25T12:54:15.095" v="116"/>
        <pc:sldMkLst>
          <pc:docMk/>
          <pc:sldMk cId="2949549402" sldId="266"/>
        </pc:sldMkLst>
        <pc:picChg chg="add mod">
          <ac:chgData name="Fatma Alsagaf" userId="ef587b5e-378a-4bb3-aa9f-3c15b98138a4" providerId="ADAL" clId="{49B155CB-59EC-45DE-A218-C87FBF41BE9A}" dt="2023-07-25T12:54:15.095" v="116"/>
          <ac:picMkLst>
            <pc:docMk/>
            <pc:sldMk cId="2949549402" sldId="266"/>
            <ac:picMk id="6" creationId="{66E3D390-A2CD-4F5C-6B30-0BAB1805A57B}"/>
          </ac:picMkLst>
        </pc:picChg>
        <pc:picChg chg="add mod">
          <ac:chgData name="Fatma Alsagaf" userId="ef587b5e-378a-4bb3-aa9f-3c15b98138a4" providerId="ADAL" clId="{49B155CB-59EC-45DE-A218-C87FBF41BE9A}" dt="2023-07-25T12:54:15.095" v="116"/>
          <ac:picMkLst>
            <pc:docMk/>
            <pc:sldMk cId="2949549402" sldId="266"/>
            <ac:picMk id="7" creationId="{751FF3FA-3D96-A7E9-73CB-B30859A7A831}"/>
          </ac:picMkLst>
        </pc:picChg>
        <pc:picChg chg="add mod">
          <ac:chgData name="Fatma Alsagaf" userId="ef587b5e-378a-4bb3-aa9f-3c15b98138a4" providerId="ADAL" clId="{49B155CB-59EC-45DE-A218-C87FBF41BE9A}" dt="2023-07-25T12:54:15.095" v="116"/>
          <ac:picMkLst>
            <pc:docMk/>
            <pc:sldMk cId="2949549402" sldId="266"/>
            <ac:picMk id="8" creationId="{CA336CA0-AEA3-79CC-6BBC-7CC21552CA11}"/>
          </ac:picMkLst>
        </pc:picChg>
        <pc:picChg chg="add mod">
          <ac:chgData name="Fatma Alsagaf" userId="ef587b5e-378a-4bb3-aa9f-3c15b98138a4" providerId="ADAL" clId="{49B155CB-59EC-45DE-A218-C87FBF41BE9A}" dt="2023-07-25T12:54:15.095" v="116"/>
          <ac:picMkLst>
            <pc:docMk/>
            <pc:sldMk cId="2949549402" sldId="266"/>
            <ac:picMk id="9" creationId="{B5E64041-D360-B779-F546-E14DD4D5D182}"/>
          </ac:picMkLst>
        </pc:picChg>
      </pc:sldChg>
      <pc:sldChg chg="addSp modSp">
        <pc:chgData name="Fatma Alsagaf" userId="ef587b5e-378a-4bb3-aa9f-3c15b98138a4" providerId="ADAL" clId="{49B155CB-59EC-45DE-A218-C87FBF41BE9A}" dt="2023-07-25T12:46:10.590" v="61"/>
        <pc:sldMkLst>
          <pc:docMk/>
          <pc:sldMk cId="2758110999" sldId="267"/>
        </pc:sldMkLst>
        <pc:picChg chg="add mod">
          <ac:chgData name="Fatma Alsagaf" userId="ef587b5e-378a-4bb3-aa9f-3c15b98138a4" providerId="ADAL" clId="{49B155CB-59EC-45DE-A218-C87FBF41BE9A}" dt="2023-07-25T12:46:10.590" v="61"/>
          <ac:picMkLst>
            <pc:docMk/>
            <pc:sldMk cId="2758110999" sldId="267"/>
            <ac:picMk id="6" creationId="{ADB52107-D0CF-B8D8-A289-D7F66A87A995}"/>
          </ac:picMkLst>
        </pc:picChg>
        <pc:picChg chg="add mod">
          <ac:chgData name="Fatma Alsagaf" userId="ef587b5e-378a-4bb3-aa9f-3c15b98138a4" providerId="ADAL" clId="{49B155CB-59EC-45DE-A218-C87FBF41BE9A}" dt="2023-07-25T12:46:10.590" v="61"/>
          <ac:picMkLst>
            <pc:docMk/>
            <pc:sldMk cId="2758110999" sldId="267"/>
            <ac:picMk id="7" creationId="{22DD13E7-1486-9808-4646-C07C23C4EF34}"/>
          </ac:picMkLst>
        </pc:picChg>
        <pc:picChg chg="add mod">
          <ac:chgData name="Fatma Alsagaf" userId="ef587b5e-378a-4bb3-aa9f-3c15b98138a4" providerId="ADAL" clId="{49B155CB-59EC-45DE-A218-C87FBF41BE9A}" dt="2023-07-25T12:46:10.590" v="61"/>
          <ac:picMkLst>
            <pc:docMk/>
            <pc:sldMk cId="2758110999" sldId="267"/>
            <ac:picMk id="8" creationId="{6DA2B7F0-0C2B-74B8-01F4-799FBD9C4B90}"/>
          </ac:picMkLst>
        </pc:picChg>
        <pc:picChg chg="add mod">
          <ac:chgData name="Fatma Alsagaf" userId="ef587b5e-378a-4bb3-aa9f-3c15b98138a4" providerId="ADAL" clId="{49B155CB-59EC-45DE-A218-C87FBF41BE9A}" dt="2023-07-25T12:46:10.590" v="61"/>
          <ac:picMkLst>
            <pc:docMk/>
            <pc:sldMk cId="2758110999" sldId="267"/>
            <ac:picMk id="9" creationId="{C72B169E-78AD-8003-2E04-CEC23C5CCA2C}"/>
          </ac:picMkLst>
        </pc:picChg>
      </pc:sldChg>
      <pc:sldChg chg="addSp modSp">
        <pc:chgData name="Fatma Alsagaf" userId="ef587b5e-378a-4bb3-aa9f-3c15b98138a4" providerId="ADAL" clId="{49B155CB-59EC-45DE-A218-C87FBF41BE9A}" dt="2023-07-25T12:46:13.548" v="62"/>
        <pc:sldMkLst>
          <pc:docMk/>
          <pc:sldMk cId="2557587576" sldId="268"/>
        </pc:sldMkLst>
        <pc:picChg chg="add mod">
          <ac:chgData name="Fatma Alsagaf" userId="ef587b5e-378a-4bb3-aa9f-3c15b98138a4" providerId="ADAL" clId="{49B155CB-59EC-45DE-A218-C87FBF41BE9A}" dt="2023-07-25T12:46:13.548" v="62"/>
          <ac:picMkLst>
            <pc:docMk/>
            <pc:sldMk cId="2557587576" sldId="268"/>
            <ac:picMk id="6" creationId="{FEABFD15-FC53-BFBB-8021-55CC6721233B}"/>
          </ac:picMkLst>
        </pc:picChg>
        <pc:picChg chg="add mod">
          <ac:chgData name="Fatma Alsagaf" userId="ef587b5e-378a-4bb3-aa9f-3c15b98138a4" providerId="ADAL" clId="{49B155CB-59EC-45DE-A218-C87FBF41BE9A}" dt="2023-07-25T12:46:13.548" v="62"/>
          <ac:picMkLst>
            <pc:docMk/>
            <pc:sldMk cId="2557587576" sldId="268"/>
            <ac:picMk id="7" creationId="{5FC87BF8-001F-CCBC-5504-C7B6AAFCF8C4}"/>
          </ac:picMkLst>
        </pc:picChg>
        <pc:picChg chg="add mod">
          <ac:chgData name="Fatma Alsagaf" userId="ef587b5e-378a-4bb3-aa9f-3c15b98138a4" providerId="ADAL" clId="{49B155CB-59EC-45DE-A218-C87FBF41BE9A}" dt="2023-07-25T12:46:13.548" v="62"/>
          <ac:picMkLst>
            <pc:docMk/>
            <pc:sldMk cId="2557587576" sldId="268"/>
            <ac:picMk id="8" creationId="{8ACA387E-647B-55F3-4401-612473D8273B}"/>
          </ac:picMkLst>
        </pc:picChg>
        <pc:picChg chg="add mod">
          <ac:chgData name="Fatma Alsagaf" userId="ef587b5e-378a-4bb3-aa9f-3c15b98138a4" providerId="ADAL" clId="{49B155CB-59EC-45DE-A218-C87FBF41BE9A}" dt="2023-07-25T12:46:13.548" v="62"/>
          <ac:picMkLst>
            <pc:docMk/>
            <pc:sldMk cId="2557587576" sldId="268"/>
            <ac:picMk id="9" creationId="{C1168D4E-E633-AAD1-9451-FDA1B8D79628}"/>
          </ac:picMkLst>
        </pc:picChg>
      </pc:sldChg>
      <pc:sldChg chg="addSp modSp">
        <pc:chgData name="Fatma Alsagaf" userId="ef587b5e-378a-4bb3-aa9f-3c15b98138a4" providerId="ADAL" clId="{49B155CB-59EC-45DE-A218-C87FBF41BE9A}" dt="2023-07-25T12:46:16.404" v="63"/>
        <pc:sldMkLst>
          <pc:docMk/>
          <pc:sldMk cId="357077091" sldId="269"/>
        </pc:sldMkLst>
        <pc:picChg chg="add mod">
          <ac:chgData name="Fatma Alsagaf" userId="ef587b5e-378a-4bb3-aa9f-3c15b98138a4" providerId="ADAL" clId="{49B155CB-59EC-45DE-A218-C87FBF41BE9A}" dt="2023-07-25T12:46:16.404" v="63"/>
          <ac:picMkLst>
            <pc:docMk/>
            <pc:sldMk cId="357077091" sldId="269"/>
            <ac:picMk id="6" creationId="{AF285BE6-D95C-240E-3450-FC7E172D8AC5}"/>
          </ac:picMkLst>
        </pc:picChg>
        <pc:picChg chg="add mod">
          <ac:chgData name="Fatma Alsagaf" userId="ef587b5e-378a-4bb3-aa9f-3c15b98138a4" providerId="ADAL" clId="{49B155CB-59EC-45DE-A218-C87FBF41BE9A}" dt="2023-07-25T12:46:16.404" v="63"/>
          <ac:picMkLst>
            <pc:docMk/>
            <pc:sldMk cId="357077091" sldId="269"/>
            <ac:picMk id="7" creationId="{30E7FA0F-0B82-92C5-81C5-82A74A2A800F}"/>
          </ac:picMkLst>
        </pc:picChg>
        <pc:picChg chg="add mod">
          <ac:chgData name="Fatma Alsagaf" userId="ef587b5e-378a-4bb3-aa9f-3c15b98138a4" providerId="ADAL" clId="{49B155CB-59EC-45DE-A218-C87FBF41BE9A}" dt="2023-07-25T12:46:16.404" v="63"/>
          <ac:picMkLst>
            <pc:docMk/>
            <pc:sldMk cId="357077091" sldId="269"/>
            <ac:picMk id="8" creationId="{9AFD63D4-F8FF-5340-DCBF-2514D5FF16AA}"/>
          </ac:picMkLst>
        </pc:picChg>
        <pc:picChg chg="add mod">
          <ac:chgData name="Fatma Alsagaf" userId="ef587b5e-378a-4bb3-aa9f-3c15b98138a4" providerId="ADAL" clId="{49B155CB-59EC-45DE-A218-C87FBF41BE9A}" dt="2023-07-25T12:46:16.404" v="63"/>
          <ac:picMkLst>
            <pc:docMk/>
            <pc:sldMk cId="357077091" sldId="269"/>
            <ac:picMk id="9" creationId="{C1AB2215-2F6F-2038-23CE-7EB67CE91FC1}"/>
          </ac:picMkLst>
        </pc:picChg>
      </pc:sldChg>
      <pc:sldChg chg="addSp modSp">
        <pc:chgData name="Fatma Alsagaf" userId="ef587b5e-378a-4bb3-aa9f-3c15b98138a4" providerId="ADAL" clId="{49B155CB-59EC-45DE-A218-C87FBF41BE9A}" dt="2023-07-25T12:46:34.362" v="64"/>
        <pc:sldMkLst>
          <pc:docMk/>
          <pc:sldMk cId="779131658" sldId="270"/>
        </pc:sldMkLst>
        <pc:picChg chg="add mod">
          <ac:chgData name="Fatma Alsagaf" userId="ef587b5e-378a-4bb3-aa9f-3c15b98138a4" providerId="ADAL" clId="{49B155CB-59EC-45DE-A218-C87FBF41BE9A}" dt="2023-07-25T12:46:34.362" v="64"/>
          <ac:picMkLst>
            <pc:docMk/>
            <pc:sldMk cId="779131658" sldId="270"/>
            <ac:picMk id="6" creationId="{ABDDE1EC-1D05-D933-C1F2-CF60BAA67271}"/>
          </ac:picMkLst>
        </pc:picChg>
        <pc:picChg chg="add mod">
          <ac:chgData name="Fatma Alsagaf" userId="ef587b5e-378a-4bb3-aa9f-3c15b98138a4" providerId="ADAL" clId="{49B155CB-59EC-45DE-A218-C87FBF41BE9A}" dt="2023-07-25T12:46:34.362" v="64"/>
          <ac:picMkLst>
            <pc:docMk/>
            <pc:sldMk cId="779131658" sldId="270"/>
            <ac:picMk id="7" creationId="{235FCB9A-C024-DE4A-9471-DD2A86FED895}"/>
          </ac:picMkLst>
        </pc:picChg>
        <pc:picChg chg="add mod">
          <ac:chgData name="Fatma Alsagaf" userId="ef587b5e-378a-4bb3-aa9f-3c15b98138a4" providerId="ADAL" clId="{49B155CB-59EC-45DE-A218-C87FBF41BE9A}" dt="2023-07-25T12:46:34.362" v="64"/>
          <ac:picMkLst>
            <pc:docMk/>
            <pc:sldMk cId="779131658" sldId="270"/>
            <ac:picMk id="8" creationId="{5B367615-CDEF-ADF5-0BEB-3274B7431D20}"/>
          </ac:picMkLst>
        </pc:picChg>
        <pc:picChg chg="add mod">
          <ac:chgData name="Fatma Alsagaf" userId="ef587b5e-378a-4bb3-aa9f-3c15b98138a4" providerId="ADAL" clId="{49B155CB-59EC-45DE-A218-C87FBF41BE9A}" dt="2023-07-25T12:46:34.362" v="64"/>
          <ac:picMkLst>
            <pc:docMk/>
            <pc:sldMk cId="779131658" sldId="270"/>
            <ac:picMk id="9" creationId="{5B25410D-EC3F-F2B4-C5E8-5FC94853F7BB}"/>
          </ac:picMkLst>
        </pc:picChg>
      </pc:sldChg>
      <pc:sldChg chg="addSp delSp modSp mod">
        <pc:chgData name="Fatma Alsagaf" userId="ef587b5e-378a-4bb3-aa9f-3c15b98138a4" providerId="ADAL" clId="{49B155CB-59EC-45DE-A218-C87FBF41BE9A}" dt="2023-07-25T13:29:51.342" v="194" actId="14100"/>
        <pc:sldMkLst>
          <pc:docMk/>
          <pc:sldMk cId="2253921997" sldId="271"/>
        </pc:sldMkLst>
        <pc:spChg chg="mod">
          <ac:chgData name="Fatma Alsagaf" userId="ef587b5e-378a-4bb3-aa9f-3c15b98138a4" providerId="ADAL" clId="{49B155CB-59EC-45DE-A218-C87FBF41BE9A}" dt="2023-07-25T13:25:04.685" v="144" actId="1076"/>
          <ac:spMkLst>
            <pc:docMk/>
            <pc:sldMk cId="2253921997" sldId="271"/>
            <ac:spMk id="7" creationId="{3098B9D3-4EBD-BEEC-56AE-D320E6F633E4}"/>
          </ac:spMkLst>
        </pc:spChg>
        <pc:spChg chg="mod">
          <ac:chgData name="Fatma Alsagaf" userId="ef587b5e-378a-4bb3-aa9f-3c15b98138a4" providerId="ADAL" clId="{49B155CB-59EC-45DE-A218-C87FBF41BE9A}" dt="2023-07-25T13:25:07.768" v="145" actId="1076"/>
          <ac:spMkLst>
            <pc:docMk/>
            <pc:sldMk cId="2253921997" sldId="271"/>
            <ac:spMk id="8" creationId="{8F7DFA8D-96DC-F5E1-9718-365AF45F65B7}"/>
          </ac:spMkLst>
        </pc:spChg>
        <pc:spChg chg="add del mod">
          <ac:chgData name="Fatma Alsagaf" userId="ef587b5e-378a-4bb3-aa9f-3c15b98138a4" providerId="ADAL" clId="{49B155CB-59EC-45DE-A218-C87FBF41BE9A}" dt="2023-07-25T13:25:09.879" v="146" actId="1076"/>
          <ac:spMkLst>
            <pc:docMk/>
            <pc:sldMk cId="2253921997" sldId="271"/>
            <ac:spMk id="9" creationId="{EC7FD05B-0A19-4AA1-5D4C-CB2B89D54735}"/>
          </ac:spMkLst>
        </pc:spChg>
        <pc:spChg chg="add mod">
          <ac:chgData name="Fatma Alsagaf" userId="ef587b5e-378a-4bb3-aa9f-3c15b98138a4" providerId="ADAL" clId="{49B155CB-59EC-45DE-A218-C87FBF41BE9A}" dt="2023-07-25T13:29:32.675" v="191" actId="1076"/>
          <ac:spMkLst>
            <pc:docMk/>
            <pc:sldMk cId="2253921997" sldId="271"/>
            <ac:spMk id="23" creationId="{1ECCB9D1-E7B4-42C7-24ED-2C555F9A469E}"/>
          </ac:spMkLst>
        </pc:spChg>
        <pc:spChg chg="add mod">
          <ac:chgData name="Fatma Alsagaf" userId="ef587b5e-378a-4bb3-aa9f-3c15b98138a4" providerId="ADAL" clId="{49B155CB-59EC-45DE-A218-C87FBF41BE9A}" dt="2023-07-25T13:29:45.174" v="192" actId="1076"/>
          <ac:spMkLst>
            <pc:docMk/>
            <pc:sldMk cId="2253921997" sldId="271"/>
            <ac:spMk id="24" creationId="{EE4E74B1-A11E-D81E-B143-AAB849BFA15E}"/>
          </ac:spMkLst>
        </pc:spChg>
        <pc:grpChg chg="del mod">
          <ac:chgData name="Fatma Alsagaf" userId="ef587b5e-378a-4bb3-aa9f-3c15b98138a4" providerId="ADAL" clId="{49B155CB-59EC-45DE-A218-C87FBF41BE9A}" dt="2023-07-25T13:26:02.233" v="155" actId="478"/>
          <ac:grpSpMkLst>
            <pc:docMk/>
            <pc:sldMk cId="2253921997" sldId="271"/>
            <ac:grpSpMk id="15" creationId="{2F6A1C77-8E8E-812F-40F7-772401D68D71}"/>
          </ac:grpSpMkLst>
        </pc:grpChg>
        <pc:grpChg chg="add del mod">
          <ac:chgData name="Fatma Alsagaf" userId="ef587b5e-378a-4bb3-aa9f-3c15b98138a4" providerId="ADAL" clId="{49B155CB-59EC-45DE-A218-C87FBF41BE9A}" dt="2023-07-25T13:27:44.319" v="175" actId="478"/>
          <ac:grpSpMkLst>
            <pc:docMk/>
            <pc:sldMk cId="2253921997" sldId="271"/>
            <ac:grpSpMk id="22" creationId="{92C685A8-2FDC-0E7D-06F8-42E200840494}"/>
          </ac:grpSpMkLst>
        </pc:grpChg>
        <pc:grpChg chg="add del mod">
          <ac:chgData name="Fatma Alsagaf" userId="ef587b5e-378a-4bb3-aa9f-3c15b98138a4" providerId="ADAL" clId="{49B155CB-59EC-45DE-A218-C87FBF41BE9A}" dt="2023-07-25T13:29:51.342" v="194" actId="14100"/>
          <ac:grpSpMkLst>
            <pc:docMk/>
            <pc:sldMk cId="2253921997" sldId="271"/>
            <ac:grpSpMk id="25" creationId="{62E44F6B-E729-1F5E-4561-7A64B1BFD908}"/>
          </ac:grpSpMkLst>
        </pc:grpChg>
        <pc:picChg chg="add del mod">
          <ac:chgData name="Fatma Alsagaf" userId="ef587b5e-378a-4bb3-aa9f-3c15b98138a4" providerId="ADAL" clId="{49B155CB-59EC-45DE-A218-C87FBF41BE9A}" dt="2023-07-25T12:48:18.939" v="74" actId="478"/>
          <ac:picMkLst>
            <pc:docMk/>
            <pc:sldMk cId="2253921997" sldId="271"/>
            <ac:picMk id="16" creationId="{A030627F-857B-A0FC-5993-11555FC7C50F}"/>
          </ac:picMkLst>
        </pc:picChg>
        <pc:picChg chg="add mod">
          <ac:chgData name="Fatma Alsagaf" userId="ef587b5e-378a-4bb3-aa9f-3c15b98138a4" providerId="ADAL" clId="{49B155CB-59EC-45DE-A218-C87FBF41BE9A}" dt="2023-07-25T13:28:43.583" v="182"/>
          <ac:picMkLst>
            <pc:docMk/>
            <pc:sldMk cId="2253921997" sldId="271"/>
            <ac:picMk id="17" creationId="{0E4F131A-0094-4F00-F7C8-494B8F9EE14D}"/>
          </ac:picMkLst>
        </pc:picChg>
        <pc:picChg chg="add del mod modCrop">
          <ac:chgData name="Fatma Alsagaf" userId="ef587b5e-378a-4bb3-aa9f-3c15b98138a4" providerId="ADAL" clId="{49B155CB-59EC-45DE-A218-C87FBF41BE9A}" dt="2023-07-25T13:27:35.764" v="168" actId="478"/>
          <ac:picMkLst>
            <pc:docMk/>
            <pc:sldMk cId="2253921997" sldId="271"/>
            <ac:picMk id="18" creationId="{3FA1BCA2-226A-9E18-B4AE-EFDACD45CF91}"/>
          </ac:picMkLst>
        </pc:picChg>
        <pc:picChg chg="add del mod modCrop">
          <ac:chgData name="Fatma Alsagaf" userId="ef587b5e-378a-4bb3-aa9f-3c15b98138a4" providerId="ADAL" clId="{49B155CB-59EC-45DE-A218-C87FBF41BE9A}" dt="2023-07-25T13:27:40.853" v="172" actId="478"/>
          <ac:picMkLst>
            <pc:docMk/>
            <pc:sldMk cId="2253921997" sldId="271"/>
            <ac:picMk id="19" creationId="{75EEBF3A-8F61-D0E5-A2E0-7C899D2C2A7B}"/>
          </ac:picMkLst>
        </pc:picChg>
        <pc:picChg chg="add del mod modCrop">
          <ac:chgData name="Fatma Alsagaf" userId="ef587b5e-378a-4bb3-aa9f-3c15b98138a4" providerId="ADAL" clId="{49B155CB-59EC-45DE-A218-C87FBF41BE9A}" dt="2023-07-25T13:27:39.208" v="171" actId="478"/>
          <ac:picMkLst>
            <pc:docMk/>
            <pc:sldMk cId="2253921997" sldId="271"/>
            <ac:picMk id="20" creationId="{42A84B4D-1198-D578-73DA-4DC59E76F2C5}"/>
          </ac:picMkLst>
        </pc:picChg>
        <pc:picChg chg="add del mod">
          <ac:chgData name="Fatma Alsagaf" userId="ef587b5e-378a-4bb3-aa9f-3c15b98138a4" providerId="ADAL" clId="{49B155CB-59EC-45DE-A218-C87FBF41BE9A}" dt="2023-07-25T13:27:44.319" v="175" actId="478"/>
          <ac:picMkLst>
            <pc:docMk/>
            <pc:sldMk cId="2253921997" sldId="271"/>
            <ac:picMk id="21" creationId="{3B5CFA3B-052E-7821-6B11-D43D5BA9FB0B}"/>
          </ac:picMkLst>
        </pc:picChg>
      </pc:sldChg>
      <pc:sldChg chg="addSp delSp modSp new mod setBg">
        <pc:chgData name="Fatma Alsagaf" userId="ef587b5e-378a-4bb3-aa9f-3c15b98138a4" providerId="ADAL" clId="{49B155CB-59EC-45DE-A218-C87FBF41BE9A}" dt="2023-07-25T13:42:31.606" v="204" actId="962"/>
        <pc:sldMkLst>
          <pc:docMk/>
          <pc:sldMk cId="1965292898" sldId="272"/>
        </pc:sldMkLst>
        <pc:spChg chg="del">
          <ac:chgData name="Fatma Alsagaf" userId="ef587b5e-378a-4bb3-aa9f-3c15b98138a4" providerId="ADAL" clId="{49B155CB-59EC-45DE-A218-C87FBF41BE9A}" dt="2023-07-25T13:42:22.380" v="199" actId="478"/>
          <ac:spMkLst>
            <pc:docMk/>
            <pc:sldMk cId="1965292898" sldId="272"/>
            <ac:spMk id="2" creationId="{DCA596FE-346D-CA32-C13E-07DBD96C9A9B}"/>
          </ac:spMkLst>
        </pc:spChg>
        <pc:spChg chg="del">
          <ac:chgData name="Fatma Alsagaf" userId="ef587b5e-378a-4bb3-aa9f-3c15b98138a4" providerId="ADAL" clId="{49B155CB-59EC-45DE-A218-C87FBF41BE9A}" dt="2023-07-25T13:42:24.535" v="200" actId="478"/>
          <ac:spMkLst>
            <pc:docMk/>
            <pc:sldMk cId="1965292898" sldId="272"/>
            <ac:spMk id="3" creationId="{4DE7FD74-74D0-8E69-715F-4D8EC75D5232}"/>
          </ac:spMkLst>
        </pc:spChg>
        <pc:spChg chg="add">
          <ac:chgData name="Fatma Alsagaf" userId="ef587b5e-378a-4bb3-aa9f-3c15b98138a4" providerId="ADAL" clId="{49B155CB-59EC-45DE-A218-C87FBF41BE9A}" dt="2023-07-25T13:42:28.384" v="202" actId="26606"/>
          <ac:spMkLst>
            <pc:docMk/>
            <pc:sldMk cId="1965292898" sldId="272"/>
            <ac:spMk id="10" creationId="{42A4FC2C-047E-45A5-965D-8E1E3BF09BC6}"/>
          </ac:spMkLst>
        </pc:spChg>
        <pc:picChg chg="add mod">
          <ac:chgData name="Fatma Alsagaf" userId="ef587b5e-378a-4bb3-aa9f-3c15b98138a4" providerId="ADAL" clId="{49B155CB-59EC-45DE-A218-C87FBF41BE9A}" dt="2023-07-25T13:42:31.606" v="204" actId="962"/>
          <ac:picMkLst>
            <pc:docMk/>
            <pc:sldMk cId="1965292898" sldId="272"/>
            <ac:picMk id="5" creationId="{FBD7D798-05FB-7A55-FDD0-BCF713F99012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9C1E83-8CA8-3017-A71F-1EE054BCBD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0546D7-D3A1-274B-F31B-E295848AF1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E06388-7FDB-0782-638F-88FB3ACA48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AFC2E-66BE-4F43-979B-6F64947C62D2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9DBC6F-5773-88FB-63BE-6B0486E42E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BD437B-141D-FDE5-F470-637782247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0B6A-0024-4CE9-9A1C-ED2F11C7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3940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6F395C-DC8F-70DA-C043-3BDDDBEC6D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D0460A-3B6E-934B-DC56-4DDCFF3D70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BCCF4D-F2E3-6E08-EF8C-140BF1C59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AFC2E-66BE-4F43-979B-6F64947C62D2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7F3859-EFE6-4310-F658-DEC51C7A59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22F436-5038-CBD0-B437-AA306A77A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0B6A-0024-4CE9-9A1C-ED2F11C7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98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C5BDE-87A6-756D-C25C-879362001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E08434-9284-8AFF-CABF-C0D75B3894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E7CCD-BD6A-8EC1-81E3-9DEFE7F92A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AFC2E-66BE-4F43-979B-6F64947C62D2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241865-0B94-B194-6C4D-9E535C525D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264D55-43B8-D590-C41E-0505010443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0B6A-0024-4CE9-9A1C-ED2F11C7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9274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1FB2A-C016-53EA-39F2-0E08B771C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C91C5-2018-6278-1FA9-3F45865001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B05C58A-3527-12C3-7014-E3CEF5DC7F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70E64F-8975-28E3-D1EB-DC903D10A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AFC2E-66BE-4F43-979B-6F64947C62D2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A69974-8F7B-00A2-7AFB-B2427EBE1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CC7F3C-A4E3-99FE-9B10-5528C0B54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0B6A-0024-4CE9-9A1C-ED2F11C7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24249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291FF-EF6D-CF4A-DBE3-09B3578C2A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6A227B3-C291-2399-46FD-1F90FD539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64EE9E-EB43-8389-0494-598BB9F959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C0BDA9-C30C-0424-45EA-7498EC24113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075DA04-CED4-C0AF-5C05-AE8E3DD82D3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90757C7-8D15-9CE7-360E-F00B68C0E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AFC2E-66BE-4F43-979B-6F64947C62D2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752B66-56C3-6F34-3C27-EC599B62D8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CC94172-C301-7776-96AA-ED666B3B1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0B6A-0024-4CE9-9A1C-ED2F11C7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6860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A0EA37-6BC5-C314-A763-A0BB1317F7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9D3E00-51B7-1C21-59A2-D71F33FAB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AFC2E-66BE-4F43-979B-6F64947C62D2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EA8622-A8AF-0D29-0461-0EFA70EB86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35E966-6ADF-1EB8-32B7-03FC565F9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0B6A-0024-4CE9-9A1C-ED2F11C7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68184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3124E6-0FB6-E371-78A7-9FC1DB8361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AFC2E-66BE-4F43-979B-6F64947C62D2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D070E5-04B0-9080-C609-3C5DB5B467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E5EF70-0EEF-517E-D4A4-EA086948FE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0B6A-0024-4CE9-9A1C-ED2F11C7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910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9C0EA-7F12-EA26-483D-0C0770E6A6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4CC19C-FD36-1666-AE59-4AD4149480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E01607-918D-BED2-4671-19C0EB839D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1D13F21-6736-ADB7-77CB-4A1B0FFB0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AFC2E-66BE-4F43-979B-6F64947C62D2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74CC1B-67A8-6756-558A-564C82F654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5E6ED6-8F37-D421-20FF-DFF246F1DA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0B6A-0024-4CE9-9A1C-ED2F11C7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54968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1DACF-0670-CC52-C9B5-7D8900829F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19A4577-F1FB-012F-03D4-4525BC38E3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A1ACC2-0AC2-81B9-1BA3-4E70DC728B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5CF31A-EE97-D329-2147-84EBECEE2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AFC2E-66BE-4F43-979B-6F64947C62D2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A38136B-BC01-99B2-8834-07AF0A15CE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3A2FC2-1156-974C-7CCE-57171E6825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0B6A-0024-4CE9-9A1C-ED2F11C7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7909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25DCCD-9442-116E-BF9E-47DB73922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CC52E5-3549-F76B-EF12-F69ACB085A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F8591C-6699-B9B2-9E71-28C3DFC8C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AFC2E-66BE-4F43-979B-6F64947C62D2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E65A69-CDC7-3C5E-D732-9F72459D6F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704DEE-11B7-B376-22CB-AA27A456AF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0B6A-0024-4CE9-9A1C-ED2F11C7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85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231294-A097-6720-7DA5-56CB95C681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88C9F4-C13F-D2AD-043F-B4A658D848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9D5D25-8944-2D29-AE51-EB09B71395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AFC2E-66BE-4F43-979B-6F64947C62D2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782FB7-9F51-988F-2710-D95D5AD443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0CFCC1-7C2A-19E7-6365-CDAC3AC55B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A20B6A-0024-4CE9-9A1C-ED2F11C7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103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DEBEF5-84B4-AF87-2BC8-321446909D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A3F58C-DEEE-1948-ADC4-B09CFEFA82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DF1C7E-3A8A-39E7-8C4C-C8DF2F2B61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DAFC2E-66BE-4F43-979B-6F64947C62D2}" type="datetimeFigureOut">
              <a:rPr lang="en-US" smtClean="0"/>
              <a:t>25/07/2023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9F9554-7A12-0120-4B8F-8629C5186B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9A7CD-324A-1E87-BB56-24B89B3ED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A20B6A-0024-4CE9-9A1C-ED2F11C714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97091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5" name="Picture 4" descr="A hand holding a card&#10;&#10;Description automatically generated">
            <a:extLst>
              <a:ext uri="{FF2B5EF4-FFF2-40B4-BE49-F238E27FC236}">
                <a16:creationId xmlns:a16="http://schemas.microsoft.com/office/drawing/2014/main" id="{FBD7D798-05FB-7A55-FDD0-BCF713F990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471" b="19489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292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62E44F6B-E729-1F5E-4561-7A64B1BFD908}"/>
              </a:ext>
            </a:extLst>
          </p:cNvPr>
          <p:cNvGrpSpPr/>
          <p:nvPr/>
        </p:nvGrpSpPr>
        <p:grpSpPr>
          <a:xfrm>
            <a:off x="3394953" y="87549"/>
            <a:ext cx="5875507" cy="6060332"/>
            <a:chOff x="-168814" y="625477"/>
            <a:chExt cx="5294376" cy="5294376"/>
          </a:xfrm>
        </p:grpSpPr>
        <p:pic>
          <p:nvPicPr>
            <p:cNvPr id="17" name="Picture 16" descr="A blue hexagon with white text&#10;&#10;Description automatically generated">
              <a:extLst>
                <a:ext uri="{FF2B5EF4-FFF2-40B4-BE49-F238E27FC236}">
                  <a16:creationId xmlns:a16="http://schemas.microsoft.com/office/drawing/2014/main" id="{0E4F131A-0094-4F00-F7C8-494B8F9EE14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biLevel thresh="75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artisticPaintStrokes/>
                      </a14:imgEffect>
                      <a14:imgEffect>
                        <a14:brightnessContrast bright="-40000" contrast="4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168814" y="625477"/>
              <a:ext cx="5294376" cy="5294376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1ECCB9D1-E7B4-42C7-24ED-2C555F9A469E}"/>
                </a:ext>
              </a:extLst>
            </p:cNvPr>
            <p:cNvSpPr txBox="1"/>
            <p:nvPr/>
          </p:nvSpPr>
          <p:spPr>
            <a:xfrm>
              <a:off x="647309" y="2011624"/>
              <a:ext cx="4184159" cy="92333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5400" b="1" dirty="0">
                  <a:solidFill>
                    <a:schemeClr val="bg1"/>
                  </a:solidFill>
                  <a:latin typeface="Ink Free" panose="03080402000500000000" pitchFamily="66" charset="0"/>
                </a:rPr>
                <a:t>Choose a card</a:t>
              </a: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EE4E74B1-A11E-D81E-B143-AAB849BFA15E}"/>
                </a:ext>
              </a:extLst>
            </p:cNvPr>
            <p:cNvSpPr txBox="1"/>
            <p:nvPr/>
          </p:nvSpPr>
          <p:spPr>
            <a:xfrm>
              <a:off x="719141" y="2934954"/>
              <a:ext cx="3518464" cy="23083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3600" b="1" dirty="0">
                  <a:solidFill>
                    <a:schemeClr val="bg1"/>
                  </a:solidFill>
                  <a:latin typeface="Ink Free" panose="03080402000500000000" pitchFamily="66" charset="0"/>
                </a:rPr>
                <a:t>that represents a future you would like to create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539219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F62898C7-65C4-C92F-6BB5-6727892295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2071" y="781812"/>
            <a:ext cx="5294376" cy="5294376"/>
          </a:xfrm>
          <a:prstGeom prst="rect">
            <a:avLst/>
          </a:prstGeom>
        </p:spPr>
      </p:pic>
      <p:pic>
        <p:nvPicPr>
          <p:cNvPr id="13" name="Picture 12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2A9FB0D6-F550-7A2F-E133-6A2B6ACA5C5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2174136" y="4617833"/>
            <a:ext cx="1380719" cy="1124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4" name="Picture 13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8A8F6D98-AA12-8D11-0A73-2E91337A187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3044837" y="4738557"/>
            <a:ext cx="1231578" cy="1003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A hexagon with a blue and white background&#10;&#10;Description automatically generated">
            <a:extLst>
              <a:ext uri="{FF2B5EF4-FFF2-40B4-BE49-F238E27FC236}">
                <a16:creationId xmlns:a16="http://schemas.microsoft.com/office/drawing/2014/main" id="{E0F486D8-A093-0CB8-F6B5-1F14F4A643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7681" y="781812"/>
            <a:ext cx="5294376" cy="5294376"/>
          </a:xfrm>
          <a:prstGeom prst="rect">
            <a:avLst/>
          </a:prstGeom>
        </p:spPr>
      </p:pic>
      <p:pic>
        <p:nvPicPr>
          <p:cNvPr id="16" name="Picture 15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C2EED0EC-53A9-B502-3696-DBC67B66B69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128147" y="4700952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0F453067-E693-31DA-366E-2AA2EBD2DFC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757279" y="4700951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53448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07B626D0-7072-5CC7-7A54-A9FECFA269A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5" name="Picture 4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DFC597B3-5EE4-431E-6E9F-1D81EEF5B9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  <p:pic>
        <p:nvPicPr>
          <p:cNvPr id="8" name="Picture 7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B3348BE5-EEC3-E74F-A1BD-7EF21E8994C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2174136" y="4617833"/>
            <a:ext cx="1380719" cy="1124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694353DC-43EF-A8C0-2F96-E3707C8F3A5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3044837" y="4738557"/>
            <a:ext cx="1231578" cy="1003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2" name="Picture 11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48074628-20F2-BBC7-531B-22C79A2A321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128147" y="4700952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3" name="Picture 12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07A1E16A-98A9-C01F-CC9C-881C560A9AA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757279" y="4700951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173856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27C01F5C-FDAD-8D02-91FD-2D89044B4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6" name="Picture 5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85838B01-0DDF-8DE2-985B-3B865756DAF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  <p:pic>
        <p:nvPicPr>
          <p:cNvPr id="8" name="Picture 7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7E631CD7-65A8-42CD-C823-9BC01EBDC8A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2174136" y="4617833"/>
            <a:ext cx="1380719" cy="1124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A43B6841-370B-FDBF-A7F3-CCB23AEC543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3044837" y="4738557"/>
            <a:ext cx="1231578" cy="1003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Picture 9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3D91D783-4205-8D0D-95A7-3582F565761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128147" y="4700952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Picture 10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01330857-A11E-E84B-8E82-FB7F4AC1A8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757279" y="4700951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376851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F9665149-01FF-7AAE-A5C8-FEB7912F59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5" name="Picture 4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ECFD6F23-FC33-F0A8-E3D8-49B2CD11F67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  <p:pic>
        <p:nvPicPr>
          <p:cNvPr id="6" name="Picture 5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942F08E0-C3EA-41E4-649E-D8FD4D02BE7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2174136" y="4617833"/>
            <a:ext cx="1380719" cy="1124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7C53C1AD-6FD6-A7A4-106E-8BF876F7458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3044837" y="4738557"/>
            <a:ext cx="1231578" cy="1003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34FA7120-03B3-FE2C-B513-C7E6E5BD69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128147" y="4700952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B3759C33-FF31-56E3-608E-5920B221442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757279" y="4700951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8624741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230ABDCD-2F2D-9A2B-F542-AF6F86CA5D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5" name="Picture 4" descr="A hexagon with a quote&#10;&#10;Description automatically generated">
            <a:extLst>
              <a:ext uri="{FF2B5EF4-FFF2-40B4-BE49-F238E27FC236}">
                <a16:creationId xmlns:a16="http://schemas.microsoft.com/office/drawing/2014/main" id="{1F31E538-5276-8DC9-E798-16D6F71ED51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  <p:pic>
        <p:nvPicPr>
          <p:cNvPr id="6" name="Picture 5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7CFD864E-0EF2-6D64-A20E-F534362F528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2174136" y="4617833"/>
            <a:ext cx="1380719" cy="1124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84C37F90-F275-8A5A-877F-EDCFD0C0B5A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3044837" y="4738557"/>
            <a:ext cx="1231578" cy="1003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CE6451FC-55FC-20E1-DBB0-5021C0FD83B7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128147" y="4700952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0EDA7DAB-0E20-A8CE-3062-0557FCF7CDF3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757279" y="4700951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491606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hexagon with a quote&#10;&#10;Description automatically generated">
            <a:extLst>
              <a:ext uri="{FF2B5EF4-FFF2-40B4-BE49-F238E27FC236}">
                <a16:creationId xmlns:a16="http://schemas.microsoft.com/office/drawing/2014/main" id="{A5704689-A462-BFBE-08E0-8E4D663A49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5" name="Picture 4" descr="A hexagon with a blue and white background&#10;&#10;Description automatically generated">
            <a:extLst>
              <a:ext uri="{FF2B5EF4-FFF2-40B4-BE49-F238E27FC236}">
                <a16:creationId xmlns:a16="http://schemas.microsoft.com/office/drawing/2014/main" id="{0F94F37F-FED6-95E4-5F14-4801C2D9E9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  <p:pic>
        <p:nvPicPr>
          <p:cNvPr id="6" name="Picture 5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BF52B0E5-28B6-264F-7C77-C2A98CC4F16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2174136" y="4617833"/>
            <a:ext cx="1380719" cy="1124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F109EDBD-A00B-B734-49DF-0DFA42019436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3044837" y="4738557"/>
            <a:ext cx="1231578" cy="1003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26C2F57C-F9F0-77C3-EE5D-B3B496C7D36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128147" y="4700952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F9D1B570-AB41-B42D-183E-B2BC09885E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757279" y="4700951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8566355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E7A2AFF6-FC98-5A47-992A-2DEB364EA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5" name="Picture 4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D71CE347-72FA-116A-4F30-F5BB044DF1E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  <p:pic>
        <p:nvPicPr>
          <p:cNvPr id="6" name="Picture 5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9F191386-44BA-502A-1C8E-D63550FF5D7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1992198" y="4774069"/>
            <a:ext cx="1760652" cy="96826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9F0B141F-8349-1DD7-6920-5C9156EE455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2882551" y="5010150"/>
            <a:ext cx="1393864" cy="73144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B6B1EC19-2E35-0B01-E049-8D1FA9F1462E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7962344" y="4774070"/>
            <a:ext cx="1424067" cy="9516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44A7308B-539A-4169-13B7-91B7283FDEE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591476" y="4774069"/>
            <a:ext cx="1424067" cy="95165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2808829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FC13BC0B-0C94-3DF5-A2B7-88E91B8E98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3" name="Picture 2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A9166011-5389-5DC3-30D5-A9705EBC73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  <p:pic>
        <p:nvPicPr>
          <p:cNvPr id="6" name="Picture 5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4BDE9B20-659D-55CF-2AB0-E6299F12948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2174136" y="4617833"/>
            <a:ext cx="1380719" cy="1124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326A708C-508F-CF0C-BDFA-27377DD2215D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3044837" y="4738557"/>
            <a:ext cx="1231578" cy="1003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D7D18A64-E1EF-1A04-9217-8463F6C99E1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128147" y="4700952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E81FFDA7-E509-FA21-2FFB-3D372D36D89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757279" y="4700951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24214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B0BC5B09-E867-20EC-C04F-431D93EEE8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5" name="Picture 4" descr="A hexagon with a blue and white background&#10;&#10;Description automatically generated">
            <a:extLst>
              <a:ext uri="{FF2B5EF4-FFF2-40B4-BE49-F238E27FC236}">
                <a16:creationId xmlns:a16="http://schemas.microsoft.com/office/drawing/2014/main" id="{59DF88E9-0BF4-0847-291E-C841661C3C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  <p:pic>
        <p:nvPicPr>
          <p:cNvPr id="6" name="Picture 5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C5AE3FA2-406E-B562-679A-2064D994E86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2174136" y="4617833"/>
            <a:ext cx="1380719" cy="1124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7FA51AA1-3579-5AA0-1513-B9E819D2997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3044837" y="4738557"/>
            <a:ext cx="1231578" cy="1003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26C19E39-3A71-14F4-548A-DAFE33883CD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128147" y="4700952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F7269C80-6ABB-2839-5507-9930871B5D8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757279" y="4700951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663818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AD1A3D9A-6411-2AB2-CA05-246DA93D25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7" name="Picture 6" descr="A hexagon with white text and blue background&#10;&#10;Description automatically generated">
            <a:extLst>
              <a:ext uri="{FF2B5EF4-FFF2-40B4-BE49-F238E27FC236}">
                <a16:creationId xmlns:a16="http://schemas.microsoft.com/office/drawing/2014/main" id="{0ED35A48-C82F-BDF5-ACB2-B4C0F877675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  <p:pic>
        <p:nvPicPr>
          <p:cNvPr id="14" name="Picture 13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B084AEE2-12A3-D591-5A2B-5C5D280AC47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2174136" y="4617833"/>
            <a:ext cx="1380719" cy="1124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5" name="Picture 14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623BDD6A-8225-F9F9-C62D-033D0EEDB40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3044837" y="4738557"/>
            <a:ext cx="1231578" cy="1003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Picture 15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4529C188-7827-FBF4-AC44-2DBA9F1AC95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128147" y="4700952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7" name="Picture 16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D982E55D-A2F3-B696-5BDB-67AC4AB5970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757279" y="4700951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720560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hexagon with a quote&#10;&#10;Description automatically generated">
            <a:extLst>
              <a:ext uri="{FF2B5EF4-FFF2-40B4-BE49-F238E27FC236}">
                <a16:creationId xmlns:a16="http://schemas.microsoft.com/office/drawing/2014/main" id="{A339EB64-C87B-8AC7-DA6F-8DA17716CF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3" name="Picture 2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A2297838-F2DC-848D-2E76-0C9CA322C4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  <p:pic>
        <p:nvPicPr>
          <p:cNvPr id="6" name="Picture 5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66E3D390-A2CD-4F5C-6B30-0BAB1805A57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2174136" y="4617833"/>
            <a:ext cx="1380719" cy="1124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751FF3FA-3D96-A7E9-73CB-B30859A7A83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3044837" y="4738557"/>
            <a:ext cx="1231578" cy="1003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CA336CA0-AEA3-79CC-6BBC-7CC21552CA1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128147" y="4700952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B5E64041-D360-B779-F546-E14DD4D5D182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757279" y="4700951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9495494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FC89B30E-EBCD-DDE6-E055-AC3542B469B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5" name="Picture 4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95316729-7FA1-61F3-6347-A1CDB9AF17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  <p:pic>
        <p:nvPicPr>
          <p:cNvPr id="6" name="Picture 5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ADB52107-D0CF-B8D8-A289-D7F66A87A99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2174136" y="4617833"/>
            <a:ext cx="1380719" cy="1124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22DD13E7-1486-9808-4646-C07C23C4EF3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3044837" y="4738557"/>
            <a:ext cx="1231578" cy="1003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6DA2B7F0-0C2B-74B8-01F4-799FBD9C4B9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128147" y="4700952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C72B169E-78AD-8003-2E04-CEC23C5CCA2C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757279" y="4700951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758110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0DDD7589-E669-5F71-64C6-D2F651009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3" name="Picture 2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8F74DF55-4B3D-9625-060C-E22FBE54694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  <p:pic>
        <p:nvPicPr>
          <p:cNvPr id="6" name="Picture 5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FEABFD15-FC53-BFBB-8021-55CC6721233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2174136" y="4617833"/>
            <a:ext cx="1380719" cy="1124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5FC87BF8-001F-CCBC-5504-C7B6AAFCF8C4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3044837" y="4738557"/>
            <a:ext cx="1231578" cy="1003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8ACA387E-647B-55F3-4401-612473D8273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128147" y="4700952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C1168D4E-E633-AAD1-9451-FDA1B8D7962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757279" y="4700951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25575875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FF1954F6-109B-A4B1-C597-D81B360FF0E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5" name="Picture 4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6074CDF1-A58F-5405-F271-34BB5099A5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  <p:pic>
        <p:nvPicPr>
          <p:cNvPr id="6" name="Picture 5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AF285BE6-D95C-240E-3450-FC7E172D8AC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2174136" y="4617833"/>
            <a:ext cx="1380719" cy="1124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30E7FA0F-0B82-92C5-81C5-82A74A2A800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3044837" y="4738557"/>
            <a:ext cx="1231578" cy="1003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9AFD63D4-F8FF-5340-DCBF-2514D5FF16A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128147" y="4700952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C1AB2215-2F6F-2038-23CE-7EB67CE91FC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757279" y="4700951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570770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1BDD7D90-2001-572E-3AA3-C0B7C5F5F63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3467" y="783167"/>
            <a:ext cx="5291666" cy="5291666"/>
          </a:xfrm>
          <a:prstGeom prst="rect">
            <a:avLst/>
          </a:prstGeom>
        </p:spPr>
      </p:pic>
      <p:pic>
        <p:nvPicPr>
          <p:cNvPr id="3" name="Picture 2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C94FCC42-3D7C-690A-D09D-D853DD3EC4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6865" y="783166"/>
            <a:ext cx="5291667" cy="5291667"/>
          </a:xfrm>
          <a:prstGeom prst="rect">
            <a:avLst/>
          </a:prstGeom>
        </p:spPr>
      </p:pic>
      <p:pic>
        <p:nvPicPr>
          <p:cNvPr id="6" name="Picture 5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ABDDE1EC-1D05-D933-C1F2-CF60BAA67271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2174136" y="4617833"/>
            <a:ext cx="1380719" cy="112450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7" name="Picture 6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235FCB9A-C024-DE4A-9471-DD2A86FED89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3044837" y="4738557"/>
            <a:ext cx="1231578" cy="100303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Picture 7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5B367615-CDEF-ADF5-0BEB-3274B7431D2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128147" y="4700952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9" name="Picture 8" descr="A blue hexagon with white text&#10;&#10;Description automatically generated">
            <a:extLst>
              <a:ext uri="{FF2B5EF4-FFF2-40B4-BE49-F238E27FC236}">
                <a16:creationId xmlns:a16="http://schemas.microsoft.com/office/drawing/2014/main" id="{5B25410D-EC3F-F2B4-C5E8-5FC94853F7B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320" t="71420" r="61220" b="14360"/>
          <a:stretch/>
        </p:blipFill>
        <p:spPr>
          <a:xfrm>
            <a:off x="8757279" y="4700951"/>
            <a:ext cx="1258264" cy="102477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791316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262</TotalTime>
  <Words>12</Words>
  <Application>Microsoft Office PowerPoint</Application>
  <PresentationFormat>Widescreen</PresentationFormat>
  <Paragraphs>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Calibri Light</vt:lpstr>
      <vt:lpstr>Ink Free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Fatma Alsagaf</dc:creator>
  <cp:lastModifiedBy>Fatma Alsagaf</cp:lastModifiedBy>
  <cp:revision>1</cp:revision>
  <cp:lastPrinted>2023-07-25T13:19:54Z</cp:lastPrinted>
  <dcterms:created xsi:type="dcterms:W3CDTF">2023-07-25T09:19:59Z</dcterms:created>
  <dcterms:modified xsi:type="dcterms:W3CDTF">2023-07-25T13:42:33Z</dcterms:modified>
</cp:coreProperties>
</file>