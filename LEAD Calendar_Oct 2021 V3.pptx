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BB6"/>
    <a:srgbClr val="41719C"/>
    <a:srgbClr val="0070C0"/>
    <a:srgbClr val="004C98"/>
    <a:srgbClr val="0087CE"/>
    <a:srgbClr val="35F2EF"/>
    <a:srgbClr val="FFCF72"/>
    <a:srgbClr val="FAFAFA"/>
    <a:srgbClr val="00A6E6"/>
    <a:srgbClr val="00A5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8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6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E825-65A5-4F10-B5C2-9573B20F6C93}" type="datetimeFigureOut">
              <a:rPr lang="en-US" smtClean="0"/>
              <a:t>14/10/2021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0D0E-EABE-4873-8D09-5800B0DB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096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E825-65A5-4F10-B5C2-9573B20F6C93}" type="datetimeFigureOut">
              <a:rPr lang="en-US" smtClean="0"/>
              <a:t>14/10/2021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0D0E-EABE-4873-8D09-5800B0DB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14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E825-65A5-4F10-B5C2-9573B20F6C93}" type="datetimeFigureOut">
              <a:rPr lang="en-US" smtClean="0"/>
              <a:t>14/10/2021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0D0E-EABE-4873-8D09-5800B0DB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442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E825-65A5-4F10-B5C2-9573B20F6C93}" type="datetimeFigureOut">
              <a:rPr lang="en-US" smtClean="0"/>
              <a:t>14/10/2021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0D0E-EABE-4873-8D09-5800B0DB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33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E825-65A5-4F10-B5C2-9573B20F6C93}" type="datetimeFigureOut">
              <a:rPr lang="en-US" smtClean="0"/>
              <a:t>14/10/2021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0D0E-EABE-4873-8D09-5800B0DB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535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E825-65A5-4F10-B5C2-9573B20F6C93}" type="datetimeFigureOut">
              <a:rPr lang="en-US" smtClean="0"/>
              <a:t>14/10/2021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0D0E-EABE-4873-8D09-5800B0DB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85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E825-65A5-4F10-B5C2-9573B20F6C93}" type="datetimeFigureOut">
              <a:rPr lang="en-US" smtClean="0"/>
              <a:t>14/10/2021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0D0E-EABE-4873-8D09-5800B0DB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79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E825-65A5-4F10-B5C2-9573B20F6C93}" type="datetimeFigureOut">
              <a:rPr lang="en-US" smtClean="0"/>
              <a:t>14/10/2021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0D0E-EABE-4873-8D09-5800B0DB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123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E825-65A5-4F10-B5C2-9573B20F6C93}" type="datetimeFigureOut">
              <a:rPr lang="en-US" smtClean="0"/>
              <a:t>14/10/2021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0D0E-EABE-4873-8D09-5800B0DB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693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E825-65A5-4F10-B5C2-9573B20F6C93}" type="datetimeFigureOut">
              <a:rPr lang="en-US" smtClean="0"/>
              <a:t>14/10/2021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0D0E-EABE-4873-8D09-5800B0DB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98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AE825-65A5-4F10-B5C2-9573B20F6C93}" type="datetimeFigureOut">
              <a:rPr lang="en-US" smtClean="0"/>
              <a:t>14/10/2021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00D0E-EABE-4873-8D09-5800B0DB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544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AE825-65A5-4F10-B5C2-9573B20F6C93}" type="datetimeFigureOut">
              <a:rPr lang="en-US" smtClean="0"/>
              <a:t>14/10/2021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00D0E-EABE-4873-8D09-5800B0DBD4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712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834458" y="2392446"/>
            <a:ext cx="85311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prstClr val="black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WEEK 3</a:t>
            </a:r>
            <a:endParaRPr lang="en-US" sz="1400" dirty="0"/>
          </a:p>
        </p:txBody>
      </p:sp>
      <p:sp>
        <p:nvSpPr>
          <p:cNvPr id="18" name="Rectangle 17"/>
          <p:cNvSpPr/>
          <p:nvPr/>
        </p:nvSpPr>
        <p:spPr>
          <a:xfrm>
            <a:off x="834458" y="4061977"/>
            <a:ext cx="8579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b="1" dirty="0">
                <a:solidFill>
                  <a:prstClr val="black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WEEK 4</a:t>
            </a:r>
            <a:endParaRPr lang="en-US" sz="1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2" y="-28873"/>
            <a:ext cx="3129892" cy="116693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8FDE08FC-F906-4705-BE4B-887DD73CE2F2}"/>
              </a:ext>
            </a:extLst>
          </p:cNvPr>
          <p:cNvGrpSpPr/>
          <p:nvPr/>
        </p:nvGrpSpPr>
        <p:grpSpPr>
          <a:xfrm>
            <a:off x="1928147" y="1807951"/>
            <a:ext cx="1485105" cy="1186571"/>
            <a:chOff x="2943827" y="3794073"/>
            <a:chExt cx="1405695" cy="1339586"/>
          </a:xfrm>
        </p:grpSpPr>
        <p:sp>
          <p:nvSpPr>
            <p:cNvPr id="50" name="Rounded Rectangle 49"/>
            <p:cNvSpPr/>
            <p:nvPr/>
          </p:nvSpPr>
          <p:spPr>
            <a:xfrm>
              <a:off x="3062829" y="4192243"/>
              <a:ext cx="1003177" cy="939115"/>
            </a:xfrm>
            <a:prstGeom prst="roundRect">
              <a:avLst>
                <a:gd name="adj" fmla="val 6990"/>
              </a:avLst>
            </a:prstGeom>
            <a:solidFill>
              <a:srgbClr val="006BB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Rectangle 176"/>
            <p:cNvSpPr/>
            <p:nvPr/>
          </p:nvSpPr>
          <p:spPr>
            <a:xfrm>
              <a:off x="2943827" y="3794073"/>
              <a:ext cx="824191" cy="7296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18</a:t>
              </a:r>
              <a:r>
                <a:rPr lang="en-US" sz="1400" b="1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th</a:t>
              </a:r>
              <a:endParaRPr lang="en-US" sz="1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3006973" y="4515393"/>
              <a:ext cx="1005345" cy="4517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10-Min Coaching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3344177" y="4342864"/>
              <a:ext cx="1005345" cy="286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b="1" dirty="0">
                  <a:solidFill>
                    <a:schemeClr val="bg1"/>
                  </a:solidFill>
                  <a:latin typeface="Segoe UI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@</a:t>
              </a:r>
              <a:r>
                <a:rPr lang="en-US" sz="1050" b="1" dirty="0" smtClean="0">
                  <a:solidFill>
                    <a:schemeClr val="bg1"/>
                  </a:solidFill>
                  <a:latin typeface="Bahnschrift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11:30am</a:t>
              </a:r>
              <a:endParaRPr lang="en-US" sz="1050" dirty="0">
                <a:solidFill>
                  <a:schemeClr val="bg1"/>
                </a:solidFill>
                <a:latin typeface="Bahnschrift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3044641" y="4873060"/>
              <a:ext cx="985024" cy="260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Ayman  Mekaway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78C0608-C003-426E-9C49-5DFA91F2E6BE}"/>
              </a:ext>
            </a:extLst>
          </p:cNvPr>
          <p:cNvGrpSpPr/>
          <p:nvPr/>
        </p:nvGrpSpPr>
        <p:grpSpPr>
          <a:xfrm>
            <a:off x="9132637" y="554168"/>
            <a:ext cx="2880106" cy="1782415"/>
            <a:chOff x="8994090" y="35555"/>
            <a:chExt cx="3073847" cy="1685409"/>
          </a:xfrm>
        </p:grpSpPr>
        <p:sp>
          <p:nvSpPr>
            <p:cNvPr id="93" name="Trapezoid 92"/>
            <p:cNvSpPr/>
            <p:nvPr/>
          </p:nvSpPr>
          <p:spPr>
            <a:xfrm rot="16200000">
              <a:off x="9116044" y="404484"/>
              <a:ext cx="1685409" cy="947551"/>
            </a:xfrm>
            <a:prstGeom prst="trapezoid">
              <a:avLst/>
            </a:prstGeom>
            <a:noFill/>
            <a:ln w="57150">
              <a:solidFill>
                <a:srgbClr val="004C9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/>
            <p:cNvSpPr/>
            <p:nvPr/>
          </p:nvSpPr>
          <p:spPr>
            <a:xfrm>
              <a:off x="10260115" y="861845"/>
              <a:ext cx="367471" cy="36747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Rectangle 94"/>
            <p:cNvSpPr/>
            <p:nvPr/>
          </p:nvSpPr>
          <p:spPr>
            <a:xfrm>
              <a:off x="8994090" y="744767"/>
              <a:ext cx="1173719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>
                  <a:solidFill>
                    <a:prstClr val="black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LIVE</a:t>
              </a:r>
              <a:endParaRPr lang="en-US" sz="4000" dirty="0"/>
            </a:p>
          </p:txBody>
        </p:sp>
        <p:sp>
          <p:nvSpPr>
            <p:cNvPr id="96" name="Rectangle 95"/>
            <p:cNvSpPr/>
            <p:nvPr/>
          </p:nvSpPr>
          <p:spPr>
            <a:xfrm>
              <a:off x="10616744" y="495812"/>
              <a:ext cx="127791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prstClr val="black"/>
                  </a:solidFill>
                  <a:latin typeface="Segoe UI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LEARNING</a:t>
              </a:r>
              <a:r>
                <a:rPr lang="en-US" b="1" dirty="0">
                  <a:solidFill>
                    <a:prstClr val="black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 </a:t>
              </a:r>
              <a:endParaRPr lang="en-US" dirty="0"/>
            </a:p>
          </p:txBody>
        </p:sp>
        <p:sp>
          <p:nvSpPr>
            <p:cNvPr id="97" name="Rectangle 96"/>
            <p:cNvSpPr/>
            <p:nvPr/>
          </p:nvSpPr>
          <p:spPr>
            <a:xfrm>
              <a:off x="10722697" y="771246"/>
              <a:ext cx="134524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prstClr val="black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SESSIONS </a:t>
              </a:r>
              <a:endParaRPr lang="en-US" dirty="0"/>
            </a:p>
          </p:txBody>
        </p:sp>
        <p:pic>
          <p:nvPicPr>
            <p:cNvPr id="223" name="Picture 222">
              <a:extLst>
                <a:ext uri="{FF2B5EF4-FFF2-40B4-BE49-F238E27FC236}">
                  <a16:creationId xmlns:a16="http://schemas.microsoft.com/office/drawing/2014/main" id="{99C8C8C9-763E-4043-9EA5-6DDFBF2D24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6873" y="1225892"/>
              <a:ext cx="1254915" cy="488224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6AAEFFAC-99B4-4843-92E8-5923E80F4941}"/>
              </a:ext>
            </a:extLst>
          </p:cNvPr>
          <p:cNvGrpSpPr/>
          <p:nvPr/>
        </p:nvGrpSpPr>
        <p:grpSpPr>
          <a:xfrm>
            <a:off x="1992299" y="3489280"/>
            <a:ext cx="1592065" cy="1219179"/>
            <a:chOff x="1640485" y="5021448"/>
            <a:chExt cx="1518881" cy="1375101"/>
          </a:xfrm>
        </p:grpSpPr>
        <p:sp>
          <p:nvSpPr>
            <p:cNvPr id="40" name="Rounded Rectangle 39"/>
            <p:cNvSpPr/>
            <p:nvPr/>
          </p:nvSpPr>
          <p:spPr>
            <a:xfrm>
              <a:off x="1739766" y="5406106"/>
              <a:ext cx="1003177" cy="976602"/>
            </a:xfrm>
            <a:prstGeom prst="roundRect">
              <a:avLst>
                <a:gd name="adj" fmla="val 6990"/>
              </a:avLst>
            </a:prstGeom>
            <a:solidFill>
              <a:srgbClr val="006BB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1640485" y="5021448"/>
              <a:ext cx="891897" cy="72899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24</a:t>
              </a:r>
              <a:r>
                <a:rPr lang="en-US" sz="1400" b="1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th</a:t>
              </a:r>
              <a:endParaRPr lang="en-US" sz="1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99" name="Rectangle 198"/>
            <p:cNvSpPr/>
            <p:nvPr/>
          </p:nvSpPr>
          <p:spPr>
            <a:xfrm>
              <a:off x="1700482" y="5751446"/>
              <a:ext cx="1005345" cy="46863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b="1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Setting Goals</a:t>
              </a:r>
              <a:endParaRPr 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2154021" y="5571222"/>
              <a:ext cx="1005345" cy="2863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b="1" dirty="0">
                  <a:solidFill>
                    <a:schemeClr val="bg1"/>
                  </a:solidFill>
                  <a:latin typeface="Segoe UI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@</a:t>
              </a:r>
              <a:r>
                <a:rPr lang="en-US" sz="1050" b="1" dirty="0">
                  <a:solidFill>
                    <a:schemeClr val="bg1"/>
                  </a:solidFill>
                  <a:latin typeface="Bahnschrift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10am</a:t>
              </a:r>
              <a:endParaRPr lang="en-US" sz="1050" dirty="0">
                <a:solidFill>
                  <a:schemeClr val="bg1"/>
                </a:solidFill>
                <a:latin typeface="Bahnschrift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1739231" y="6136196"/>
              <a:ext cx="870486" cy="2603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Ahmed Ameen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7D4D697-9001-4B59-8282-D6766D58FB49}"/>
              </a:ext>
            </a:extLst>
          </p:cNvPr>
          <p:cNvGrpSpPr/>
          <p:nvPr/>
        </p:nvGrpSpPr>
        <p:grpSpPr>
          <a:xfrm>
            <a:off x="9787420" y="2601319"/>
            <a:ext cx="2338115" cy="1273966"/>
            <a:chOff x="10166273" y="3967486"/>
            <a:chExt cx="1593584" cy="864198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6273" y="3993127"/>
              <a:ext cx="212411" cy="225442"/>
            </a:xfrm>
            <a:prstGeom prst="rect">
              <a:avLst/>
            </a:prstGeom>
          </p:spPr>
        </p:pic>
        <p:sp>
          <p:nvSpPr>
            <p:cNvPr id="225" name="Rectangle 224"/>
            <p:cNvSpPr/>
            <p:nvPr/>
          </p:nvSpPr>
          <p:spPr>
            <a:xfrm>
              <a:off x="10421259" y="3967486"/>
              <a:ext cx="1338598" cy="2714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dirty="0">
                  <a:solidFill>
                    <a:prstClr val="black"/>
                  </a:solidFill>
                  <a:latin typeface="Segoe UI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The sessions are </a:t>
              </a:r>
              <a:r>
                <a:rPr lang="en-US" sz="1000" dirty="0">
                  <a:solidFill>
                    <a:prstClr val="black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one hour </a:t>
              </a:r>
              <a:r>
                <a:rPr lang="en-US" sz="1000" dirty="0">
                  <a:solidFill>
                    <a:prstClr val="black"/>
                  </a:solidFill>
                  <a:latin typeface="Segoe UI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long </a:t>
              </a:r>
            </a:p>
            <a:p>
              <a:r>
                <a:rPr lang="en-US" sz="1000" dirty="0">
                  <a:solidFill>
                    <a:prstClr val="black"/>
                  </a:solidFill>
                  <a:latin typeface="Segoe UI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The timings are </a:t>
              </a:r>
              <a:r>
                <a:rPr lang="en-US" sz="1000" dirty="0">
                  <a:solidFill>
                    <a:prstClr val="black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Dubai Time</a:t>
              </a:r>
              <a:endParaRPr lang="en-US" sz="1000" dirty="0">
                <a:latin typeface="Segoe UI Black" panose="020B0A02040204020203" pitchFamily="34" charset="0"/>
                <a:ea typeface="Segoe UI Black" panose="020B0A02040204020203" pitchFamily="34" charset="0"/>
                <a:cs typeface="Segoe UI Black" panose="020B0A02040204020203" pitchFamily="34" charset="0"/>
              </a:endParaRPr>
            </a:p>
          </p:txBody>
        </p:sp>
        <p:sp>
          <p:nvSpPr>
            <p:cNvPr id="226" name="Rounded Rectangle 225"/>
            <p:cNvSpPr/>
            <p:nvPr/>
          </p:nvSpPr>
          <p:spPr>
            <a:xfrm>
              <a:off x="10192125" y="4332573"/>
              <a:ext cx="188404" cy="192917"/>
            </a:xfrm>
            <a:prstGeom prst="roundRect">
              <a:avLst>
                <a:gd name="adj" fmla="val 6990"/>
              </a:avLst>
            </a:prstGeom>
            <a:solidFill>
              <a:srgbClr val="006BB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227" name="Rounded Rectangle 226"/>
            <p:cNvSpPr/>
            <p:nvPr/>
          </p:nvSpPr>
          <p:spPr>
            <a:xfrm>
              <a:off x="10192124" y="4635701"/>
              <a:ext cx="188404" cy="192917"/>
            </a:xfrm>
            <a:prstGeom prst="roundRect">
              <a:avLst>
                <a:gd name="adj" fmla="val 699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pic>
          <p:nvPicPr>
            <p:cNvPr id="241" name="Picture 240">
              <a:extLst>
                <a:ext uri="{FF2B5EF4-FFF2-40B4-BE49-F238E27FC236}">
                  <a16:creationId xmlns:a16="http://schemas.microsoft.com/office/drawing/2014/main" id="{D2DB5F23-3DC4-4507-9DF4-DEB26448B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74389" y="4340410"/>
              <a:ext cx="454198" cy="211685"/>
            </a:xfrm>
            <a:prstGeom prst="rect">
              <a:avLst/>
            </a:prstGeom>
          </p:spPr>
        </p:pic>
        <p:sp>
          <p:nvSpPr>
            <p:cNvPr id="242" name="Rectangle 241"/>
            <p:cNvSpPr/>
            <p:nvPr/>
          </p:nvSpPr>
          <p:spPr>
            <a:xfrm>
              <a:off x="10434938" y="4664659"/>
              <a:ext cx="995536" cy="16702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000" dirty="0">
                  <a:solidFill>
                    <a:prstClr val="black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LEADERSHIP</a:t>
              </a:r>
              <a:r>
                <a:rPr lang="en-US" sz="1000" dirty="0">
                  <a:solidFill>
                    <a:prstClr val="black"/>
                  </a:solidFill>
                  <a:latin typeface="Segoe UI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 Sessions</a:t>
              </a:r>
              <a:endParaRPr lang="en-US" sz="10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D865AD3-0080-4662-B738-E084E90BA6EB}"/>
              </a:ext>
            </a:extLst>
          </p:cNvPr>
          <p:cNvGrpSpPr/>
          <p:nvPr/>
        </p:nvGrpSpPr>
        <p:grpSpPr>
          <a:xfrm>
            <a:off x="4646555" y="57678"/>
            <a:ext cx="2748374" cy="1104308"/>
            <a:chOff x="4588347" y="280147"/>
            <a:chExt cx="2907183" cy="111576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75D4E2D-3E42-43B4-A5DD-39A7D27E645C}"/>
                </a:ext>
              </a:extLst>
            </p:cNvPr>
            <p:cNvGrpSpPr/>
            <p:nvPr/>
          </p:nvGrpSpPr>
          <p:grpSpPr>
            <a:xfrm>
              <a:off x="4588347" y="280147"/>
              <a:ext cx="2907183" cy="826458"/>
              <a:chOff x="4539741" y="476252"/>
              <a:chExt cx="2907183" cy="826458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4539741" y="476252"/>
                <a:ext cx="2661476" cy="4664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October </a:t>
                </a:r>
                <a:r>
                  <a:rPr lang="en-US" sz="2400" dirty="0">
                    <a:latin typeface="Segoe UI Light" panose="020B0502040204020203" pitchFamily="34" charset="0"/>
                    <a:ea typeface="Segoe UI Black" panose="020B0A02040204020203" pitchFamily="34" charset="0"/>
                    <a:cs typeface="Segoe UI Light" panose="020B0502040204020203" pitchFamily="34" charset="0"/>
                  </a:rPr>
                  <a:t>2021</a:t>
                </a:r>
                <a:endParaRPr lang="en-US" sz="2400" dirty="0"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5575899" y="841045"/>
                <a:ext cx="187102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b="1" dirty="0">
                    <a:solidFill>
                      <a:prstClr val="black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  <a:cs typeface="Segoe UI Black" panose="020B0A02040204020203" pitchFamily="34" charset="0"/>
                  </a:rPr>
                  <a:t>CALENDAR</a:t>
                </a:r>
                <a:endParaRPr lang="en-US" sz="2400" dirty="0"/>
              </a:p>
            </p:txBody>
          </p:sp>
        </p:grpSp>
        <p:pic>
          <p:nvPicPr>
            <p:cNvPr id="172" name="Picture 17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1249" y="621917"/>
              <a:ext cx="773998" cy="773998"/>
            </a:xfrm>
            <a:prstGeom prst="rect">
              <a:avLst/>
            </a:prstGeom>
          </p:spPr>
        </p:pic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EA01FB10-D3CF-469C-BD1A-E217B9318CCA}"/>
              </a:ext>
            </a:extLst>
          </p:cNvPr>
          <p:cNvGrpSpPr/>
          <p:nvPr/>
        </p:nvGrpSpPr>
        <p:grpSpPr>
          <a:xfrm>
            <a:off x="4508567" y="3495455"/>
            <a:ext cx="1623659" cy="1218510"/>
            <a:chOff x="1673261" y="3923235"/>
            <a:chExt cx="1623659" cy="1218510"/>
          </a:xfrm>
        </p:grpSpPr>
        <p:sp>
          <p:nvSpPr>
            <p:cNvPr id="188" name="Rounded Rectangle 33">
              <a:extLst>
                <a:ext uri="{FF2B5EF4-FFF2-40B4-BE49-F238E27FC236}">
                  <a16:creationId xmlns:a16="http://schemas.microsoft.com/office/drawing/2014/main" id="{C51A8E57-6ADA-409D-9CCD-38253FE7B43F}"/>
                </a:ext>
              </a:extLst>
            </p:cNvPr>
            <p:cNvSpPr/>
            <p:nvPr/>
          </p:nvSpPr>
          <p:spPr>
            <a:xfrm>
              <a:off x="1739766" y="4263532"/>
              <a:ext cx="1065794" cy="867826"/>
            </a:xfrm>
            <a:prstGeom prst="roundRect">
              <a:avLst>
                <a:gd name="adj" fmla="val 699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99C43F42-8F03-4BD3-B380-3371500B3258}"/>
                </a:ext>
              </a:extLst>
            </p:cNvPr>
            <p:cNvSpPr/>
            <p:nvPr/>
          </p:nvSpPr>
          <p:spPr>
            <a:xfrm>
              <a:off x="1673261" y="3923235"/>
              <a:ext cx="925253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26</a:t>
              </a:r>
              <a:r>
                <a:rPr lang="en-US" sz="1200" b="1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th</a:t>
              </a:r>
              <a:endParaRPr lang="en-US" sz="1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78B1EBA6-C984-4C32-A26F-5195C18E3763}"/>
                </a:ext>
              </a:extLst>
            </p:cNvPr>
            <p:cNvSpPr/>
            <p:nvPr/>
          </p:nvSpPr>
          <p:spPr>
            <a:xfrm>
              <a:off x="1690370" y="4573827"/>
              <a:ext cx="1245067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b="1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Effective Sales</a:t>
              </a:r>
              <a:br>
                <a:rPr lang="en-US" sz="1050" b="1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</a:br>
              <a:r>
                <a:rPr lang="en-US" sz="1050" b="1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Coaching</a:t>
              </a:r>
              <a:endParaRPr 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D15679FC-5BEE-4D65-B988-948BB0C4EEFE}"/>
                </a:ext>
              </a:extLst>
            </p:cNvPr>
            <p:cNvSpPr/>
            <p:nvPr/>
          </p:nvSpPr>
          <p:spPr>
            <a:xfrm>
              <a:off x="2291575" y="4394282"/>
              <a:ext cx="1005345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  <a:latin typeface="Segoe UI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@</a:t>
              </a:r>
              <a:r>
                <a:rPr lang="en-US" sz="1000" b="1" dirty="0">
                  <a:solidFill>
                    <a:schemeClr val="bg1"/>
                  </a:solidFill>
                  <a:latin typeface="Bahnschrift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11am</a:t>
              </a:r>
              <a:endParaRPr lang="en-US" sz="1000" dirty="0">
                <a:solidFill>
                  <a:schemeClr val="bg1"/>
                </a:solidFill>
                <a:latin typeface="Bahnschrift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5D102905-D97A-4AF2-BC0D-BEEC75ECF800}"/>
                </a:ext>
              </a:extLst>
            </p:cNvPr>
            <p:cNvSpPr/>
            <p:nvPr/>
          </p:nvSpPr>
          <p:spPr>
            <a:xfrm>
              <a:off x="1737798" y="4910913"/>
              <a:ext cx="675185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Joe Leung</a:t>
              </a:r>
            </a:p>
          </p:txBody>
        </p: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D827E834-5512-4C65-9782-B44FB630370E}"/>
              </a:ext>
            </a:extLst>
          </p:cNvPr>
          <p:cNvGrpSpPr/>
          <p:nvPr/>
        </p:nvGrpSpPr>
        <p:grpSpPr>
          <a:xfrm>
            <a:off x="5722548" y="1880017"/>
            <a:ext cx="1554181" cy="1159404"/>
            <a:chOff x="1653814" y="3842302"/>
            <a:chExt cx="1554181" cy="1273566"/>
          </a:xfrm>
        </p:grpSpPr>
        <p:sp>
          <p:nvSpPr>
            <p:cNvPr id="213" name="Rounded Rectangle 33">
              <a:extLst>
                <a:ext uri="{FF2B5EF4-FFF2-40B4-BE49-F238E27FC236}">
                  <a16:creationId xmlns:a16="http://schemas.microsoft.com/office/drawing/2014/main" id="{4F21898C-5FE5-49FE-9A80-2A1700B50B39}"/>
                </a:ext>
              </a:extLst>
            </p:cNvPr>
            <p:cNvSpPr/>
            <p:nvPr/>
          </p:nvSpPr>
          <p:spPr>
            <a:xfrm>
              <a:off x="1664272" y="4176753"/>
              <a:ext cx="1075149" cy="939115"/>
            </a:xfrm>
            <a:prstGeom prst="roundRect">
              <a:avLst>
                <a:gd name="adj" fmla="val 699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97634872-F248-4B13-AF82-F3E4C0773031}"/>
                </a:ext>
              </a:extLst>
            </p:cNvPr>
            <p:cNvSpPr/>
            <p:nvPr/>
          </p:nvSpPr>
          <p:spPr>
            <a:xfrm>
              <a:off x="1653814" y="3842302"/>
              <a:ext cx="843501" cy="70997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 smtClean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19</a:t>
              </a:r>
              <a:r>
                <a:rPr lang="en-US" sz="1200" b="1" dirty="0" smtClean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th</a:t>
              </a:r>
              <a:endParaRPr lang="en-US" sz="1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F2C84940-9606-4FEB-802F-2A326F0E7175}"/>
                </a:ext>
              </a:extLst>
            </p:cNvPr>
            <p:cNvSpPr/>
            <p:nvPr/>
          </p:nvSpPr>
          <p:spPr>
            <a:xfrm>
              <a:off x="1711081" y="4548604"/>
              <a:ext cx="1171554" cy="28737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b="1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Perception</a:t>
              </a:r>
              <a:endParaRPr 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9EE93CC6-4CE6-4E14-AC1F-2D5990CD51EA}"/>
                </a:ext>
              </a:extLst>
            </p:cNvPr>
            <p:cNvSpPr/>
            <p:nvPr/>
          </p:nvSpPr>
          <p:spPr>
            <a:xfrm>
              <a:off x="2202650" y="4327125"/>
              <a:ext cx="1005345" cy="27891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b="1" dirty="0">
                  <a:solidFill>
                    <a:schemeClr val="bg1"/>
                  </a:solidFill>
                  <a:latin typeface="Segoe UI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@11am</a:t>
              </a:r>
              <a:endParaRPr lang="en-US" sz="1050" dirty="0">
                <a:solidFill>
                  <a:schemeClr val="bg1"/>
                </a:solidFill>
                <a:latin typeface="Bahnschrift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CAC86B12-D0C9-4C14-825C-1833133EB315}"/>
                </a:ext>
              </a:extLst>
            </p:cNvPr>
            <p:cNvSpPr/>
            <p:nvPr/>
          </p:nvSpPr>
          <p:spPr>
            <a:xfrm>
              <a:off x="1746791" y="4846784"/>
              <a:ext cx="837089" cy="25356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Wael Bakhaty</a:t>
              </a: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2A62EBCF-683C-41C2-B114-6F12BCA3E877}"/>
              </a:ext>
            </a:extLst>
          </p:cNvPr>
          <p:cNvGrpSpPr/>
          <p:nvPr/>
        </p:nvGrpSpPr>
        <p:grpSpPr>
          <a:xfrm>
            <a:off x="6808473" y="1854771"/>
            <a:ext cx="1515598" cy="1188861"/>
            <a:chOff x="1368953" y="2542369"/>
            <a:chExt cx="1351182" cy="1342172"/>
          </a:xfrm>
        </p:grpSpPr>
        <p:sp>
          <p:nvSpPr>
            <p:cNvPr id="165" name="Rounded Rectangle 27">
              <a:extLst>
                <a:ext uri="{FF2B5EF4-FFF2-40B4-BE49-F238E27FC236}">
                  <a16:creationId xmlns:a16="http://schemas.microsoft.com/office/drawing/2014/main" id="{8F079962-8E17-4156-A0F5-6C90B8991B82}"/>
                </a:ext>
              </a:extLst>
            </p:cNvPr>
            <p:cNvSpPr/>
            <p:nvPr/>
          </p:nvSpPr>
          <p:spPr>
            <a:xfrm>
              <a:off x="1504874" y="2940893"/>
              <a:ext cx="986107" cy="939115"/>
            </a:xfrm>
            <a:prstGeom prst="roundRect">
              <a:avLst>
                <a:gd name="adj" fmla="val 6990"/>
              </a:avLst>
            </a:prstGeom>
            <a:solidFill>
              <a:srgbClr val="006BB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6F535DF4-6A74-4650-81B0-D63824D6B1D8}"/>
                </a:ext>
              </a:extLst>
            </p:cNvPr>
            <p:cNvSpPr/>
            <p:nvPr/>
          </p:nvSpPr>
          <p:spPr>
            <a:xfrm>
              <a:off x="1368953" y="2542369"/>
              <a:ext cx="824879" cy="72967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20</a:t>
              </a:r>
              <a:r>
                <a:rPr lang="en-US" sz="1400" b="1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th</a:t>
              </a:r>
              <a:endParaRPr lang="en-US" sz="1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143BB048-2ED2-4F2C-884A-EA9798C17A2D}"/>
                </a:ext>
              </a:extLst>
            </p:cNvPr>
            <p:cNvSpPr/>
            <p:nvPr/>
          </p:nvSpPr>
          <p:spPr>
            <a:xfrm>
              <a:off x="1458533" y="3250196"/>
              <a:ext cx="1064412" cy="4517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 smtClean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Powerful Feedback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E8F639E4-0EBB-4A5C-9C99-BADCDA51AE39}"/>
                </a:ext>
              </a:extLst>
            </p:cNvPr>
            <p:cNvSpPr/>
            <p:nvPr/>
          </p:nvSpPr>
          <p:spPr>
            <a:xfrm>
              <a:off x="1950397" y="3075106"/>
              <a:ext cx="769738" cy="286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b="1" dirty="0">
                  <a:solidFill>
                    <a:schemeClr val="bg1"/>
                  </a:solidFill>
                  <a:latin typeface="Segoe UI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@</a:t>
              </a:r>
              <a:r>
                <a:rPr lang="en-US" sz="1050" b="1" dirty="0">
                  <a:solidFill>
                    <a:schemeClr val="bg1"/>
                  </a:solidFill>
                  <a:latin typeface="Bahnschrift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11am</a:t>
              </a:r>
              <a:endParaRPr lang="en-US" sz="1050" dirty="0">
                <a:solidFill>
                  <a:schemeClr val="bg1"/>
                </a:solidFill>
                <a:latin typeface="Bahnschrift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889AD579-AC93-4A0F-8749-AD03BCA5C78F}"/>
                </a:ext>
              </a:extLst>
            </p:cNvPr>
            <p:cNvSpPr/>
            <p:nvPr/>
          </p:nvSpPr>
          <p:spPr>
            <a:xfrm>
              <a:off x="1555849" y="3623942"/>
              <a:ext cx="746279" cy="2605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Wael Bakhaty</a:t>
              </a:r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CD338993-515C-41B9-970F-546E859EACA0}"/>
              </a:ext>
            </a:extLst>
          </p:cNvPr>
          <p:cNvGrpSpPr/>
          <p:nvPr/>
        </p:nvGrpSpPr>
        <p:grpSpPr>
          <a:xfrm>
            <a:off x="3198671" y="1865981"/>
            <a:ext cx="1561388" cy="1144836"/>
            <a:chOff x="1665564" y="1288955"/>
            <a:chExt cx="1425956" cy="1292552"/>
          </a:xfrm>
        </p:grpSpPr>
        <p:sp>
          <p:nvSpPr>
            <p:cNvPr id="124" name="Rounded Rectangle 21">
              <a:extLst>
                <a:ext uri="{FF2B5EF4-FFF2-40B4-BE49-F238E27FC236}">
                  <a16:creationId xmlns:a16="http://schemas.microsoft.com/office/drawing/2014/main" id="{6AF428C2-D2DF-45C3-8AD8-38AC549C0E50}"/>
                </a:ext>
              </a:extLst>
            </p:cNvPr>
            <p:cNvSpPr/>
            <p:nvPr/>
          </p:nvSpPr>
          <p:spPr>
            <a:xfrm>
              <a:off x="1735616" y="1615228"/>
              <a:ext cx="1003177" cy="962156"/>
            </a:xfrm>
            <a:prstGeom prst="roundRect">
              <a:avLst>
                <a:gd name="adj" fmla="val 6990"/>
              </a:avLst>
            </a:prstGeom>
            <a:solidFill>
              <a:srgbClr val="006BB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704EDF9F-7400-476F-9937-04E3AF56702F}"/>
                </a:ext>
              </a:extLst>
            </p:cNvPr>
            <p:cNvSpPr/>
            <p:nvPr/>
          </p:nvSpPr>
          <p:spPr>
            <a:xfrm>
              <a:off x="1665564" y="1288955"/>
              <a:ext cx="795224" cy="7297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 smtClean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18</a:t>
              </a:r>
              <a:r>
                <a:rPr lang="en-US" sz="1400" b="1" dirty="0" smtClean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th</a:t>
              </a:r>
              <a:endParaRPr lang="en-US" sz="1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7C3CE96-2534-4298-9CD7-0BADAE1360CC}"/>
                </a:ext>
              </a:extLst>
            </p:cNvPr>
            <p:cNvSpPr/>
            <p:nvPr/>
          </p:nvSpPr>
          <p:spPr>
            <a:xfrm>
              <a:off x="1726929" y="1977628"/>
              <a:ext cx="1030883" cy="45173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Powerful Feedback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29A68638-40B6-4D2B-B3B8-2D5527DB350A}"/>
                </a:ext>
              </a:extLst>
            </p:cNvPr>
            <p:cNvSpPr/>
            <p:nvPr/>
          </p:nvSpPr>
          <p:spPr>
            <a:xfrm>
              <a:off x="2086175" y="1805702"/>
              <a:ext cx="1005345" cy="2866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b="1" dirty="0">
                  <a:solidFill>
                    <a:schemeClr val="bg1"/>
                  </a:solidFill>
                  <a:latin typeface="Segoe UI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@</a:t>
              </a:r>
              <a:r>
                <a:rPr lang="en-US" sz="1050" b="1" dirty="0">
                  <a:solidFill>
                    <a:schemeClr val="bg1"/>
                  </a:solidFill>
                  <a:latin typeface="Bahnschrift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10:00am</a:t>
              </a:r>
              <a:endParaRPr lang="en-US" sz="1050" dirty="0">
                <a:solidFill>
                  <a:schemeClr val="bg1"/>
                </a:solidFill>
                <a:latin typeface="Bahnschrift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D613AFAE-ED11-4A17-AE52-E9C78889C327}"/>
                </a:ext>
              </a:extLst>
            </p:cNvPr>
            <p:cNvSpPr/>
            <p:nvPr/>
          </p:nvSpPr>
          <p:spPr>
            <a:xfrm>
              <a:off x="1780989" y="2320891"/>
              <a:ext cx="814256" cy="2606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Nadia Al </a:t>
              </a:r>
              <a:r>
                <a:rPr lang="en-US" sz="900" b="1" dirty="0" err="1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Masri</a:t>
              </a:r>
              <a:endParaRPr lang="en-US" sz="900" b="1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EB6A6D85-A53D-4612-9100-FEF568ADA816}"/>
              </a:ext>
            </a:extLst>
          </p:cNvPr>
          <p:cNvGrpSpPr/>
          <p:nvPr/>
        </p:nvGrpSpPr>
        <p:grpSpPr>
          <a:xfrm>
            <a:off x="6945039" y="3466805"/>
            <a:ext cx="1623659" cy="1218510"/>
            <a:chOff x="1673261" y="3923235"/>
            <a:chExt cx="1623659" cy="1218510"/>
          </a:xfrm>
        </p:grpSpPr>
        <p:sp>
          <p:nvSpPr>
            <p:cNvPr id="130" name="Rounded Rectangle 33">
              <a:extLst>
                <a:ext uri="{FF2B5EF4-FFF2-40B4-BE49-F238E27FC236}">
                  <a16:creationId xmlns:a16="http://schemas.microsoft.com/office/drawing/2014/main" id="{462D737D-E248-428A-9328-BEC0CC64829F}"/>
                </a:ext>
              </a:extLst>
            </p:cNvPr>
            <p:cNvSpPr/>
            <p:nvPr/>
          </p:nvSpPr>
          <p:spPr>
            <a:xfrm>
              <a:off x="1739766" y="4263532"/>
              <a:ext cx="1065794" cy="867826"/>
            </a:xfrm>
            <a:prstGeom prst="roundRect">
              <a:avLst>
                <a:gd name="adj" fmla="val 6990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EB08EBDF-59EE-4FBA-87A6-E435229E672C}"/>
                </a:ext>
              </a:extLst>
            </p:cNvPr>
            <p:cNvSpPr/>
            <p:nvPr/>
          </p:nvSpPr>
          <p:spPr>
            <a:xfrm>
              <a:off x="1673261" y="3923235"/>
              <a:ext cx="822661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31</a:t>
              </a:r>
              <a:r>
                <a:rPr lang="en-US" sz="1200" b="1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st</a:t>
              </a:r>
              <a:endParaRPr lang="en-US" sz="1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0CF44F89-3BC6-4B3F-A225-F3E32FA57743}"/>
                </a:ext>
              </a:extLst>
            </p:cNvPr>
            <p:cNvSpPr/>
            <p:nvPr/>
          </p:nvSpPr>
          <p:spPr>
            <a:xfrm>
              <a:off x="1690370" y="4573827"/>
              <a:ext cx="124506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Surfing the Wave of Change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B3A981A0-08DC-4434-BAE8-3C91DFA145F7}"/>
                </a:ext>
              </a:extLst>
            </p:cNvPr>
            <p:cNvSpPr/>
            <p:nvPr/>
          </p:nvSpPr>
          <p:spPr>
            <a:xfrm>
              <a:off x="2291575" y="4394282"/>
              <a:ext cx="1005345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>
                  <a:solidFill>
                    <a:schemeClr val="bg1"/>
                  </a:solidFill>
                  <a:latin typeface="Segoe UI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@</a:t>
              </a:r>
              <a:r>
                <a:rPr lang="en-US" sz="1000" b="1" dirty="0">
                  <a:solidFill>
                    <a:schemeClr val="bg1"/>
                  </a:solidFill>
                  <a:latin typeface="Bahnschrift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11am</a:t>
              </a:r>
              <a:endParaRPr lang="en-US" sz="1000" dirty="0">
                <a:solidFill>
                  <a:schemeClr val="bg1"/>
                </a:solidFill>
                <a:latin typeface="Bahnschrift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2367488B-D8C0-4FFF-96A2-0125A4C979E5}"/>
                </a:ext>
              </a:extLst>
            </p:cNvPr>
            <p:cNvSpPr/>
            <p:nvPr/>
          </p:nvSpPr>
          <p:spPr>
            <a:xfrm>
              <a:off x="1737798" y="4910913"/>
              <a:ext cx="891591" cy="2308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Nadia Al Masri</a:t>
              </a:r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37744B7-7C6F-49A0-B56B-00726E4BDE10}"/>
              </a:ext>
            </a:extLst>
          </p:cNvPr>
          <p:cNvGrpSpPr/>
          <p:nvPr/>
        </p:nvGrpSpPr>
        <p:grpSpPr>
          <a:xfrm>
            <a:off x="3185865" y="3512306"/>
            <a:ext cx="1729675" cy="1201659"/>
            <a:chOff x="2686930" y="2535939"/>
            <a:chExt cx="1624158" cy="1355458"/>
          </a:xfrm>
        </p:grpSpPr>
        <p:sp>
          <p:nvSpPr>
            <p:cNvPr id="113" name="Rounded Rectangle 48">
              <a:extLst>
                <a:ext uri="{FF2B5EF4-FFF2-40B4-BE49-F238E27FC236}">
                  <a16:creationId xmlns:a16="http://schemas.microsoft.com/office/drawing/2014/main" id="{E0E8F1F2-670B-45C3-ACE7-9E835AFE06E9}"/>
                </a:ext>
              </a:extLst>
            </p:cNvPr>
            <p:cNvSpPr/>
            <p:nvPr/>
          </p:nvSpPr>
          <p:spPr>
            <a:xfrm>
              <a:off x="2827937" y="2940894"/>
              <a:ext cx="1003177" cy="939116"/>
            </a:xfrm>
            <a:prstGeom prst="roundRect">
              <a:avLst>
                <a:gd name="adj" fmla="val 6990"/>
              </a:avLst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836D122E-7DEC-4893-B5F0-CE58F8F74787}"/>
                </a:ext>
              </a:extLst>
            </p:cNvPr>
            <p:cNvSpPr/>
            <p:nvPr/>
          </p:nvSpPr>
          <p:spPr>
            <a:xfrm>
              <a:off x="2686930" y="2535939"/>
              <a:ext cx="868809" cy="7290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 smtClean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25</a:t>
              </a:r>
              <a:r>
                <a:rPr lang="en-US" sz="1400" b="1" dirty="0" smtClean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th</a:t>
              </a:r>
              <a:endParaRPr lang="en-US" sz="1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49023426-9997-4695-AC3D-31A1B4630AF7}"/>
                </a:ext>
              </a:extLst>
            </p:cNvPr>
            <p:cNvSpPr/>
            <p:nvPr/>
          </p:nvSpPr>
          <p:spPr>
            <a:xfrm>
              <a:off x="2786707" y="3244688"/>
              <a:ext cx="1005345" cy="4513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00" b="1" dirty="0" smtClean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Six Styles of Leadership</a:t>
              </a:r>
              <a:endParaRPr 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C717686B-744B-4AD3-9DB9-EF3FE1D638DA}"/>
                </a:ext>
              </a:extLst>
            </p:cNvPr>
            <p:cNvSpPr/>
            <p:nvPr/>
          </p:nvSpPr>
          <p:spPr>
            <a:xfrm>
              <a:off x="3305743" y="3048803"/>
              <a:ext cx="1005345" cy="2864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b="1" dirty="0">
                  <a:solidFill>
                    <a:schemeClr val="bg1"/>
                  </a:solidFill>
                  <a:latin typeface="Segoe UI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@</a:t>
              </a:r>
              <a:r>
                <a:rPr lang="en-US" sz="1050" b="1" dirty="0">
                  <a:solidFill>
                    <a:schemeClr val="bg1"/>
                  </a:solidFill>
                  <a:latin typeface="Bahnschrift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10am</a:t>
              </a:r>
              <a:endParaRPr lang="en-US" sz="1050" dirty="0">
                <a:solidFill>
                  <a:schemeClr val="bg1"/>
                </a:solidFill>
                <a:latin typeface="Bahnschrift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EB5D60DE-8949-431C-B8D3-0E2696329F43}"/>
                </a:ext>
              </a:extLst>
            </p:cNvPr>
            <p:cNvSpPr/>
            <p:nvPr/>
          </p:nvSpPr>
          <p:spPr>
            <a:xfrm>
              <a:off x="2856279" y="3631021"/>
              <a:ext cx="856767" cy="2603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Ahmed Ameen</a:t>
              </a:r>
            </a:p>
          </p:txBody>
        </p:sp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7E0BC36-1F1B-49D4-9EED-DCAF9B4587A4}"/>
              </a:ext>
            </a:extLst>
          </p:cNvPr>
          <p:cNvGrpSpPr/>
          <p:nvPr/>
        </p:nvGrpSpPr>
        <p:grpSpPr>
          <a:xfrm>
            <a:off x="5703484" y="3484399"/>
            <a:ext cx="1500390" cy="1219179"/>
            <a:chOff x="1640485" y="5021448"/>
            <a:chExt cx="1431420" cy="1375101"/>
          </a:xfrm>
        </p:grpSpPr>
        <p:sp>
          <p:nvSpPr>
            <p:cNvPr id="149" name="Rounded Rectangle 39">
              <a:extLst>
                <a:ext uri="{FF2B5EF4-FFF2-40B4-BE49-F238E27FC236}">
                  <a16:creationId xmlns:a16="http://schemas.microsoft.com/office/drawing/2014/main" id="{22D0BCFC-8E93-48B7-8FC9-36CEC41FFA85}"/>
                </a:ext>
              </a:extLst>
            </p:cNvPr>
            <p:cNvSpPr/>
            <p:nvPr/>
          </p:nvSpPr>
          <p:spPr>
            <a:xfrm>
              <a:off x="1739766" y="5406106"/>
              <a:ext cx="1003177" cy="976602"/>
            </a:xfrm>
            <a:prstGeom prst="roundRect">
              <a:avLst>
                <a:gd name="adj" fmla="val 6990"/>
              </a:avLst>
            </a:prstGeom>
            <a:solidFill>
              <a:srgbClr val="006BB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39456EAA-0F9A-4BF5-92B2-36ADA4C9F207}"/>
                </a:ext>
              </a:extLst>
            </p:cNvPr>
            <p:cNvSpPr/>
            <p:nvPr/>
          </p:nvSpPr>
          <p:spPr>
            <a:xfrm>
              <a:off x="1640485" y="5021448"/>
              <a:ext cx="882721" cy="72899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27</a:t>
              </a:r>
              <a:r>
                <a:rPr lang="en-US" sz="1400" b="1" dirty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th</a:t>
              </a:r>
              <a:endParaRPr lang="en-US" sz="1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50271EAB-E10F-4A1A-A5BC-91641F7E5CB1}"/>
                </a:ext>
              </a:extLst>
            </p:cNvPr>
            <p:cNvSpPr/>
            <p:nvPr/>
          </p:nvSpPr>
          <p:spPr>
            <a:xfrm>
              <a:off x="1700482" y="5751446"/>
              <a:ext cx="1005345" cy="4686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b="1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Conflict Resolution</a:t>
              </a:r>
              <a:endParaRPr 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95E47CB7-D20E-453B-A33F-08A7DD6DA7E7}"/>
                </a:ext>
              </a:extLst>
            </p:cNvPr>
            <p:cNvSpPr/>
            <p:nvPr/>
          </p:nvSpPr>
          <p:spPr>
            <a:xfrm>
              <a:off x="2066560" y="5564300"/>
              <a:ext cx="1005345" cy="2863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b="1" dirty="0">
                  <a:solidFill>
                    <a:schemeClr val="bg1"/>
                  </a:solidFill>
                  <a:latin typeface="Segoe UI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@</a:t>
              </a:r>
              <a:r>
                <a:rPr lang="en-US" sz="1050" b="1" dirty="0">
                  <a:solidFill>
                    <a:schemeClr val="bg1"/>
                  </a:solidFill>
                  <a:latin typeface="Bahnschrift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11:30am</a:t>
              </a:r>
              <a:endParaRPr lang="en-US" sz="1050" dirty="0">
                <a:solidFill>
                  <a:schemeClr val="bg1"/>
                </a:solidFill>
                <a:latin typeface="Bahnschrift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0725BD24-10BD-448C-AAEA-C0421A51755B}"/>
                </a:ext>
              </a:extLst>
            </p:cNvPr>
            <p:cNvSpPr/>
            <p:nvPr/>
          </p:nvSpPr>
          <p:spPr>
            <a:xfrm>
              <a:off x="1739231" y="6136196"/>
              <a:ext cx="893427" cy="2603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Abdulla Ahmed</a:t>
              </a:r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B7C04693-6866-48DC-984C-253A43B04200}"/>
              </a:ext>
            </a:extLst>
          </p:cNvPr>
          <p:cNvGrpSpPr/>
          <p:nvPr/>
        </p:nvGrpSpPr>
        <p:grpSpPr>
          <a:xfrm>
            <a:off x="4433336" y="1807951"/>
            <a:ext cx="1592065" cy="1219179"/>
            <a:chOff x="1640485" y="5021448"/>
            <a:chExt cx="1518881" cy="1375101"/>
          </a:xfrm>
        </p:grpSpPr>
        <p:sp>
          <p:nvSpPr>
            <p:cNvPr id="91" name="Rounded Rectangle 39">
              <a:extLst>
                <a:ext uri="{FF2B5EF4-FFF2-40B4-BE49-F238E27FC236}">
                  <a16:creationId xmlns:a16="http://schemas.microsoft.com/office/drawing/2014/main" id="{2BF5D325-A811-4AD3-8750-24A18DD10CD4}"/>
                </a:ext>
              </a:extLst>
            </p:cNvPr>
            <p:cNvSpPr/>
            <p:nvPr/>
          </p:nvSpPr>
          <p:spPr>
            <a:xfrm>
              <a:off x="1739766" y="5406106"/>
              <a:ext cx="1003177" cy="976602"/>
            </a:xfrm>
            <a:prstGeom prst="roundRect">
              <a:avLst>
                <a:gd name="adj" fmla="val 6990"/>
              </a:avLst>
            </a:prstGeom>
            <a:solidFill>
              <a:srgbClr val="006BB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88BE25DB-F223-4DF0-95AA-D2845CA7F1F9}"/>
                </a:ext>
              </a:extLst>
            </p:cNvPr>
            <p:cNvSpPr/>
            <p:nvPr/>
          </p:nvSpPr>
          <p:spPr>
            <a:xfrm>
              <a:off x="1640485" y="5021448"/>
              <a:ext cx="830724" cy="72899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600" b="1" dirty="0" smtClean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19</a:t>
              </a:r>
              <a:r>
                <a:rPr lang="en-US" sz="1400" b="1" dirty="0" smtClean="0">
                  <a:ln w="12700">
                    <a:solidFill>
                      <a:schemeClr val="tx1"/>
                    </a:solidFill>
                  </a:ln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Segoe UI Black" panose="020B0A02040204020203" pitchFamily="34" charset="0"/>
                </a:rPr>
                <a:t>th</a:t>
              </a:r>
              <a:endParaRPr lang="en-US" sz="1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2E665832-009C-447C-AA28-052D868593AF}"/>
                </a:ext>
              </a:extLst>
            </p:cNvPr>
            <p:cNvSpPr/>
            <p:nvPr/>
          </p:nvSpPr>
          <p:spPr>
            <a:xfrm>
              <a:off x="1700482" y="5751446"/>
              <a:ext cx="1005345" cy="4686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b="1" dirty="0">
                  <a:solidFill>
                    <a:schemeClr val="bg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Growing Your People</a:t>
              </a:r>
              <a:endParaRPr lang="en-US" sz="1050" dirty="0">
                <a:solidFill>
                  <a:schemeClr val="bg1"/>
                </a:solidFill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CEDE10F6-DD0A-4D87-A3FA-28E958D71195}"/>
                </a:ext>
              </a:extLst>
            </p:cNvPr>
            <p:cNvSpPr/>
            <p:nvPr/>
          </p:nvSpPr>
          <p:spPr>
            <a:xfrm>
              <a:off x="2154021" y="5571222"/>
              <a:ext cx="1005345" cy="2863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050" b="1" dirty="0">
                  <a:solidFill>
                    <a:schemeClr val="bg1"/>
                  </a:solidFill>
                  <a:latin typeface="Segoe UI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@ </a:t>
              </a:r>
              <a:r>
                <a:rPr lang="en-US" sz="1050" b="1" dirty="0" smtClean="0">
                  <a:solidFill>
                    <a:schemeClr val="bg1"/>
                  </a:solidFill>
                  <a:latin typeface="Segoe UI Light" panose="020B0502040204020203" pitchFamily="34" charset="0"/>
                  <a:ea typeface="Segoe UI Black" panose="020B0A02040204020203" pitchFamily="34" charset="0"/>
                  <a:cs typeface="Segoe UI Light" panose="020B0502040204020203" pitchFamily="34" charset="0"/>
                </a:rPr>
                <a:t>10am</a:t>
              </a:r>
              <a:endParaRPr lang="en-US" sz="1050" dirty="0">
                <a:solidFill>
                  <a:schemeClr val="bg1"/>
                </a:solidFill>
                <a:latin typeface="Bahnschrift Light" panose="020B0502040204020203" pitchFamily="34" charset="0"/>
                <a:cs typeface="Segoe UI Light" panose="020B0502040204020203" pitchFamily="34" charset="0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E403347F-87CD-4559-9CB5-06FA92619C14}"/>
                </a:ext>
              </a:extLst>
            </p:cNvPr>
            <p:cNvSpPr/>
            <p:nvPr/>
          </p:nvSpPr>
          <p:spPr>
            <a:xfrm>
              <a:off x="1739231" y="6136196"/>
              <a:ext cx="870486" cy="2603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900" b="1" dirty="0">
                  <a:solidFill>
                    <a:schemeClr val="bg1"/>
                  </a:solidFill>
                  <a:latin typeface="Segoe UI Light" panose="020B0502040204020203" pitchFamily="34" charset="0"/>
                  <a:cs typeface="Segoe UI Light" panose="020B0502040204020203" pitchFamily="34" charset="0"/>
                </a:rPr>
                <a:t>Ahmed Ameen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03909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FCA07FC384074C97B48C4EDACCA750" ma:contentTypeVersion="14" ma:contentTypeDescription="Create a new document." ma:contentTypeScope="" ma:versionID="224cef2454e1aa7619439e9dcf218848">
  <xsd:schema xmlns:xsd="http://www.w3.org/2001/XMLSchema" xmlns:xs="http://www.w3.org/2001/XMLSchema" xmlns:p="http://schemas.microsoft.com/office/2006/metadata/properties" xmlns:ns3="942d6b7e-eb07-4f9c-bf1d-7227e93e762a" xmlns:ns4="2d44e0d8-bb60-414a-92b1-b00d072f0bf4" targetNamespace="http://schemas.microsoft.com/office/2006/metadata/properties" ma:root="true" ma:fieldsID="82c7f6d2180865bdfb8a37134ac4c1df" ns3:_="" ns4:_="">
    <xsd:import namespace="942d6b7e-eb07-4f9c-bf1d-7227e93e762a"/>
    <xsd:import namespace="2d44e0d8-bb60-414a-92b1-b00d072f0bf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d6b7e-eb07-4f9c-bf1d-7227e93e76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44e0d8-bb60-414a-92b1-b00d072f0bf4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562F7D-1627-472E-822B-FE4CA27564C4}">
  <ds:schemaRefs>
    <ds:schemaRef ds:uri="http://purl.org/dc/elements/1.1/"/>
    <ds:schemaRef ds:uri="http://schemas.microsoft.com/office/2006/metadata/properties"/>
    <ds:schemaRef ds:uri="2d44e0d8-bb60-414a-92b1-b00d072f0bf4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942d6b7e-eb07-4f9c-bf1d-7227e93e762a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DF1E445-D474-4B93-93F5-465E463B00F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8C6751D-E8C0-4DD5-B3A1-BC3B742F3E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2d6b7e-eb07-4f9c-bf1d-7227e93e762a"/>
    <ds:schemaRef ds:uri="2d44e0d8-bb60-414a-92b1-b00d072f0bf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14248</TotalTime>
  <Words>102</Words>
  <Application>Microsoft Office PowerPoint</Application>
  <PresentationFormat>Widescreen</PresentationFormat>
  <Paragraphs>50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Bahnschrift Light</vt:lpstr>
      <vt:lpstr>Calibri</vt:lpstr>
      <vt:lpstr>Calibri Light</vt:lpstr>
      <vt:lpstr>Segoe UI Black</vt:lpstr>
      <vt:lpstr>Segoe UI Light</vt:lpstr>
      <vt:lpstr>Office Theme</vt:lpstr>
      <vt:lpstr>PowerPoint Presentation</vt:lpstr>
    </vt:vector>
  </TitlesOfParts>
  <Company>Alfuttaim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Ayman Mekawy</dc:creator>
  <cp:lastModifiedBy>Fatma Alsagaf</cp:lastModifiedBy>
  <cp:revision>120</cp:revision>
  <dcterms:created xsi:type="dcterms:W3CDTF">2020-09-22T12:19:42Z</dcterms:created>
  <dcterms:modified xsi:type="dcterms:W3CDTF">2021-10-14T13:31:21Z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0x01010099FCA07FC384074C97B48C4EDACCA750</vt:lpwstr>
  </property>
</Properties>
</file>